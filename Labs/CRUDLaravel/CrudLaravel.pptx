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78" r:id="rId3"/>
    <p:sldId id="283" r:id="rId4"/>
    <p:sldId id="271" r:id="rId5"/>
    <p:sldId id="263" r:id="rId6"/>
    <p:sldId id="275" r:id="rId7"/>
    <p:sldId id="258" r:id="rId8"/>
    <p:sldId id="257" r:id="rId9"/>
    <p:sldId id="280" r:id="rId10"/>
    <p:sldId id="277" r:id="rId11"/>
    <p:sldId id="272" r:id="rId12"/>
    <p:sldId id="259" r:id="rId13"/>
    <p:sldId id="282" r:id="rId14"/>
    <p:sldId id="274" r:id="rId15"/>
    <p:sldId id="273" r:id="rId16"/>
    <p:sldId id="276" r:id="rId17"/>
    <p:sldId id="260" r:id="rId18"/>
    <p:sldId id="261" r:id="rId19"/>
    <p:sldId id="270" r:id="rId20"/>
    <p:sldId id="293" r:id="rId21"/>
    <p:sldId id="268" r:id="rId22"/>
    <p:sldId id="267" r:id="rId23"/>
    <p:sldId id="265" r:id="rId24"/>
    <p:sldId id="269" r:id="rId25"/>
    <p:sldId id="294" r:id="rId26"/>
    <p:sldId id="266" r:id="rId27"/>
    <p:sldId id="279" r:id="rId28"/>
    <p:sldId id="295" r:id="rId29"/>
    <p:sldId id="284" r:id="rId30"/>
    <p:sldId id="285" r:id="rId31"/>
    <p:sldId id="286" r:id="rId32"/>
    <p:sldId id="287" r:id="rId33"/>
    <p:sldId id="288" r:id="rId34"/>
    <p:sldId id="289" r:id="rId35"/>
    <p:sldId id="290" r:id="rId36"/>
    <p:sldId id="291" r:id="rId37"/>
    <p:sldId id="292" r:id="rId38"/>
  </p:sldIdLst>
  <p:sldSz cx="12192000" cy="6858000"/>
  <p:notesSz cx="7102475" cy="12131675"/>
  <p:defaultTextStyle>
    <a:defPPr>
      <a:defRPr lang="es-P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81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E48336-8FD5-443B-BD2D-78DA9C0DC1C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AAE30D4-2A85-46E5-AC42-D1AA65AEDD1D}">
      <dgm:prSet/>
      <dgm:spPr/>
      <dgm:t>
        <a:bodyPr/>
        <a:lstStyle/>
        <a:p>
          <a:r>
            <a:rPr lang="es-PA" dirty="0"/>
            <a:t>Composer run dev</a:t>
          </a:r>
          <a:endParaRPr lang="en-US" dirty="0"/>
        </a:p>
      </dgm:t>
    </dgm:pt>
    <dgm:pt modelId="{31B81D47-796F-451A-B363-19F15CEFA956}" type="parTrans" cxnId="{B0ED731D-3516-4FA4-A31F-156CFD86DE35}">
      <dgm:prSet/>
      <dgm:spPr/>
      <dgm:t>
        <a:bodyPr/>
        <a:lstStyle/>
        <a:p>
          <a:endParaRPr lang="en-US"/>
        </a:p>
      </dgm:t>
    </dgm:pt>
    <dgm:pt modelId="{5B1537A2-0A81-48C3-8943-C306DDB77F72}" type="sibTrans" cxnId="{B0ED731D-3516-4FA4-A31F-156CFD86DE35}">
      <dgm:prSet/>
      <dgm:spPr/>
      <dgm:t>
        <a:bodyPr/>
        <a:lstStyle/>
        <a:p>
          <a:endParaRPr lang="en-US"/>
        </a:p>
      </dgm:t>
    </dgm:pt>
    <dgm:pt modelId="{488867E5-CFA6-4EB8-81ED-978A203F4255}">
      <dgm:prSet/>
      <dgm:spPr/>
      <dgm:t>
        <a:bodyPr/>
        <a:lstStyle/>
        <a:p>
          <a:r>
            <a:rPr lang="es-PA" u="none" dirty="0"/>
            <a:t>php</a:t>
          </a:r>
          <a:r>
            <a:rPr lang="es-PA" dirty="0"/>
            <a:t> artisan serve </a:t>
          </a:r>
          <a:endParaRPr lang="en-US" dirty="0"/>
        </a:p>
      </dgm:t>
    </dgm:pt>
    <dgm:pt modelId="{AE369C88-6D5F-4E9F-86A9-A0CFE149EF8C}" type="parTrans" cxnId="{70217818-D4E9-42CB-9EE3-5EFEE201C261}">
      <dgm:prSet/>
      <dgm:spPr/>
      <dgm:t>
        <a:bodyPr/>
        <a:lstStyle/>
        <a:p>
          <a:endParaRPr lang="en-US"/>
        </a:p>
      </dgm:t>
    </dgm:pt>
    <dgm:pt modelId="{8FEE78EA-66D8-45D9-BBC7-831D58964C96}" type="sibTrans" cxnId="{70217818-D4E9-42CB-9EE3-5EFEE201C261}">
      <dgm:prSet/>
      <dgm:spPr/>
      <dgm:t>
        <a:bodyPr/>
        <a:lstStyle/>
        <a:p>
          <a:endParaRPr lang="en-US"/>
        </a:p>
      </dgm:t>
    </dgm:pt>
    <dgm:pt modelId="{A3592C80-33E9-4DB1-8BE1-9B1327352743}" type="pres">
      <dgm:prSet presAssocID="{E3E48336-8FD5-443B-BD2D-78DA9C0DC1CA}" presName="linear" presStyleCnt="0">
        <dgm:presLayoutVars>
          <dgm:dir/>
          <dgm:animLvl val="lvl"/>
          <dgm:resizeHandles val="exact"/>
        </dgm:presLayoutVars>
      </dgm:prSet>
      <dgm:spPr/>
    </dgm:pt>
    <dgm:pt modelId="{4D1B1FB6-0A4D-40CC-AEBA-9E2172BD84DE}" type="pres">
      <dgm:prSet presAssocID="{5AAE30D4-2A85-46E5-AC42-D1AA65AEDD1D}" presName="parentLin" presStyleCnt="0"/>
      <dgm:spPr/>
    </dgm:pt>
    <dgm:pt modelId="{7A1FCC3D-C77C-4F85-9BF6-A7FBE3CF191F}" type="pres">
      <dgm:prSet presAssocID="{5AAE30D4-2A85-46E5-AC42-D1AA65AEDD1D}" presName="parentLeftMargin" presStyleLbl="node1" presStyleIdx="0" presStyleCnt="2"/>
      <dgm:spPr/>
    </dgm:pt>
    <dgm:pt modelId="{06291C26-C857-4A69-A23C-17C5DEA41A6C}" type="pres">
      <dgm:prSet presAssocID="{5AAE30D4-2A85-46E5-AC42-D1AA65AEDD1D}" presName="parentText" presStyleLbl="node1" presStyleIdx="0" presStyleCnt="2">
        <dgm:presLayoutVars>
          <dgm:chMax val="0"/>
          <dgm:bulletEnabled val="1"/>
        </dgm:presLayoutVars>
      </dgm:prSet>
      <dgm:spPr/>
    </dgm:pt>
    <dgm:pt modelId="{737C4483-DAE9-4EAE-A222-CCD35D7F2B84}" type="pres">
      <dgm:prSet presAssocID="{5AAE30D4-2A85-46E5-AC42-D1AA65AEDD1D}" presName="negativeSpace" presStyleCnt="0"/>
      <dgm:spPr/>
    </dgm:pt>
    <dgm:pt modelId="{BD4104D1-60B8-4F75-8D1E-6A65AAC0025E}" type="pres">
      <dgm:prSet presAssocID="{5AAE30D4-2A85-46E5-AC42-D1AA65AEDD1D}" presName="childText" presStyleLbl="conFgAcc1" presStyleIdx="0" presStyleCnt="2">
        <dgm:presLayoutVars>
          <dgm:bulletEnabled val="1"/>
        </dgm:presLayoutVars>
      </dgm:prSet>
      <dgm:spPr/>
    </dgm:pt>
    <dgm:pt modelId="{8E9A26BF-38E9-4E88-89DC-C2C70BF487A1}" type="pres">
      <dgm:prSet presAssocID="{5B1537A2-0A81-48C3-8943-C306DDB77F72}" presName="spaceBetweenRectangles" presStyleCnt="0"/>
      <dgm:spPr/>
    </dgm:pt>
    <dgm:pt modelId="{1EEAC6CB-4D50-4980-8BFB-AEEEBB366B59}" type="pres">
      <dgm:prSet presAssocID="{488867E5-CFA6-4EB8-81ED-978A203F4255}" presName="parentLin" presStyleCnt="0"/>
      <dgm:spPr/>
    </dgm:pt>
    <dgm:pt modelId="{110B8754-11E6-4E71-8DCB-6B7C82A57158}" type="pres">
      <dgm:prSet presAssocID="{488867E5-CFA6-4EB8-81ED-978A203F4255}" presName="parentLeftMargin" presStyleLbl="node1" presStyleIdx="0" presStyleCnt="2"/>
      <dgm:spPr/>
    </dgm:pt>
    <dgm:pt modelId="{1E2F2AB9-C0AF-464A-91E4-721D873BFD5D}" type="pres">
      <dgm:prSet presAssocID="{488867E5-CFA6-4EB8-81ED-978A203F4255}" presName="parentText" presStyleLbl="node1" presStyleIdx="1" presStyleCnt="2">
        <dgm:presLayoutVars>
          <dgm:chMax val="0"/>
          <dgm:bulletEnabled val="1"/>
        </dgm:presLayoutVars>
      </dgm:prSet>
      <dgm:spPr/>
    </dgm:pt>
    <dgm:pt modelId="{86E493D9-5E2A-4DFC-85B9-A01603210203}" type="pres">
      <dgm:prSet presAssocID="{488867E5-CFA6-4EB8-81ED-978A203F4255}" presName="negativeSpace" presStyleCnt="0"/>
      <dgm:spPr/>
    </dgm:pt>
    <dgm:pt modelId="{860D3168-635A-4F02-BB9C-0783FA98B0E9}" type="pres">
      <dgm:prSet presAssocID="{488867E5-CFA6-4EB8-81ED-978A203F4255}" presName="childText" presStyleLbl="conFgAcc1" presStyleIdx="1" presStyleCnt="2">
        <dgm:presLayoutVars>
          <dgm:bulletEnabled val="1"/>
        </dgm:presLayoutVars>
      </dgm:prSet>
      <dgm:spPr/>
    </dgm:pt>
  </dgm:ptLst>
  <dgm:cxnLst>
    <dgm:cxn modelId="{70217818-D4E9-42CB-9EE3-5EFEE201C261}" srcId="{E3E48336-8FD5-443B-BD2D-78DA9C0DC1CA}" destId="{488867E5-CFA6-4EB8-81ED-978A203F4255}" srcOrd="1" destOrd="0" parTransId="{AE369C88-6D5F-4E9F-86A9-A0CFE149EF8C}" sibTransId="{8FEE78EA-66D8-45D9-BBC7-831D58964C96}"/>
    <dgm:cxn modelId="{B0ED731D-3516-4FA4-A31F-156CFD86DE35}" srcId="{E3E48336-8FD5-443B-BD2D-78DA9C0DC1CA}" destId="{5AAE30D4-2A85-46E5-AC42-D1AA65AEDD1D}" srcOrd="0" destOrd="0" parTransId="{31B81D47-796F-451A-B363-19F15CEFA956}" sibTransId="{5B1537A2-0A81-48C3-8943-C306DDB77F72}"/>
    <dgm:cxn modelId="{63A9B433-B73E-46ED-8737-00D9F4CF99FD}" type="presOf" srcId="{E3E48336-8FD5-443B-BD2D-78DA9C0DC1CA}" destId="{A3592C80-33E9-4DB1-8BE1-9B1327352743}" srcOrd="0" destOrd="0" presId="urn:microsoft.com/office/officeart/2005/8/layout/list1"/>
    <dgm:cxn modelId="{1ED93B65-DECF-43D0-ADC3-9D57C5D10D12}" type="presOf" srcId="{488867E5-CFA6-4EB8-81ED-978A203F4255}" destId="{1E2F2AB9-C0AF-464A-91E4-721D873BFD5D}" srcOrd="1" destOrd="0" presId="urn:microsoft.com/office/officeart/2005/8/layout/list1"/>
    <dgm:cxn modelId="{6A92EA48-E8A1-43C1-882A-2F19E7ED6B50}" type="presOf" srcId="{5AAE30D4-2A85-46E5-AC42-D1AA65AEDD1D}" destId="{7A1FCC3D-C77C-4F85-9BF6-A7FBE3CF191F}" srcOrd="0" destOrd="0" presId="urn:microsoft.com/office/officeart/2005/8/layout/list1"/>
    <dgm:cxn modelId="{26D9D692-1C90-4925-B3CC-CE40B727E11C}" type="presOf" srcId="{488867E5-CFA6-4EB8-81ED-978A203F4255}" destId="{110B8754-11E6-4E71-8DCB-6B7C82A57158}" srcOrd="0" destOrd="0" presId="urn:microsoft.com/office/officeart/2005/8/layout/list1"/>
    <dgm:cxn modelId="{1A2303B8-8ACC-449E-98E9-AEF2553CA2DD}" type="presOf" srcId="{5AAE30D4-2A85-46E5-AC42-D1AA65AEDD1D}" destId="{06291C26-C857-4A69-A23C-17C5DEA41A6C}" srcOrd="1" destOrd="0" presId="urn:microsoft.com/office/officeart/2005/8/layout/list1"/>
    <dgm:cxn modelId="{35F4988B-D7AF-4E96-8F8D-A4B3F8CD76B9}" type="presParOf" srcId="{A3592C80-33E9-4DB1-8BE1-9B1327352743}" destId="{4D1B1FB6-0A4D-40CC-AEBA-9E2172BD84DE}" srcOrd="0" destOrd="0" presId="urn:microsoft.com/office/officeart/2005/8/layout/list1"/>
    <dgm:cxn modelId="{8ED5AA9C-A43E-4F7D-A27B-9B001706F25A}" type="presParOf" srcId="{4D1B1FB6-0A4D-40CC-AEBA-9E2172BD84DE}" destId="{7A1FCC3D-C77C-4F85-9BF6-A7FBE3CF191F}" srcOrd="0" destOrd="0" presId="urn:microsoft.com/office/officeart/2005/8/layout/list1"/>
    <dgm:cxn modelId="{6F260693-5698-4A87-985C-DDB50D09431F}" type="presParOf" srcId="{4D1B1FB6-0A4D-40CC-AEBA-9E2172BD84DE}" destId="{06291C26-C857-4A69-A23C-17C5DEA41A6C}" srcOrd="1" destOrd="0" presId="urn:microsoft.com/office/officeart/2005/8/layout/list1"/>
    <dgm:cxn modelId="{95B33EDB-BC05-4534-BA75-7B0B1363B918}" type="presParOf" srcId="{A3592C80-33E9-4DB1-8BE1-9B1327352743}" destId="{737C4483-DAE9-4EAE-A222-CCD35D7F2B84}" srcOrd="1" destOrd="0" presId="urn:microsoft.com/office/officeart/2005/8/layout/list1"/>
    <dgm:cxn modelId="{0B7F0700-EEAB-4D78-A3EB-BFFE6B9F05AF}" type="presParOf" srcId="{A3592C80-33E9-4DB1-8BE1-9B1327352743}" destId="{BD4104D1-60B8-4F75-8D1E-6A65AAC0025E}" srcOrd="2" destOrd="0" presId="urn:microsoft.com/office/officeart/2005/8/layout/list1"/>
    <dgm:cxn modelId="{CAC3F65C-4CED-4074-8028-90D19FB8D18B}" type="presParOf" srcId="{A3592C80-33E9-4DB1-8BE1-9B1327352743}" destId="{8E9A26BF-38E9-4E88-89DC-C2C70BF487A1}" srcOrd="3" destOrd="0" presId="urn:microsoft.com/office/officeart/2005/8/layout/list1"/>
    <dgm:cxn modelId="{A956956F-CC96-42C8-9422-E84DECF31E7E}" type="presParOf" srcId="{A3592C80-33E9-4DB1-8BE1-9B1327352743}" destId="{1EEAC6CB-4D50-4980-8BFB-AEEEBB366B59}" srcOrd="4" destOrd="0" presId="urn:microsoft.com/office/officeart/2005/8/layout/list1"/>
    <dgm:cxn modelId="{EF35DFFA-BC6F-45EC-B39E-E2AC76D92462}" type="presParOf" srcId="{1EEAC6CB-4D50-4980-8BFB-AEEEBB366B59}" destId="{110B8754-11E6-4E71-8DCB-6B7C82A57158}" srcOrd="0" destOrd="0" presId="urn:microsoft.com/office/officeart/2005/8/layout/list1"/>
    <dgm:cxn modelId="{28C1E713-49F1-4B36-81E2-1C3CE64AF143}" type="presParOf" srcId="{1EEAC6CB-4D50-4980-8BFB-AEEEBB366B59}" destId="{1E2F2AB9-C0AF-464A-91E4-721D873BFD5D}" srcOrd="1" destOrd="0" presId="urn:microsoft.com/office/officeart/2005/8/layout/list1"/>
    <dgm:cxn modelId="{E7821743-F829-462F-B9D6-CB5E77DDDD8F}" type="presParOf" srcId="{A3592C80-33E9-4DB1-8BE1-9B1327352743}" destId="{86E493D9-5E2A-4DFC-85B9-A01603210203}" srcOrd="5" destOrd="0" presId="urn:microsoft.com/office/officeart/2005/8/layout/list1"/>
    <dgm:cxn modelId="{6E3ACE87-72BE-4766-9346-0F4C589E527A}" type="presParOf" srcId="{A3592C80-33E9-4DB1-8BE1-9B1327352743}" destId="{860D3168-635A-4F02-BB9C-0783FA98B0E9}"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5B7591-B1F2-47E7-ABC0-19E30CA7261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08F0D077-4DB1-41E7-8364-2075154BE4C8}">
      <dgm:prSet/>
      <dgm:spPr/>
      <dgm:t>
        <a:bodyPr/>
        <a:lstStyle/>
        <a:p>
          <a:r>
            <a:rPr lang="es-PA" dirty="0">
              <a:solidFill>
                <a:schemeClr val="bg1">
                  <a:lumMod val="95000"/>
                </a:schemeClr>
              </a:solidFill>
            </a:rPr>
            <a:t>Laravel new </a:t>
          </a:r>
          <a:r>
            <a:rPr lang="es-PA" dirty="0" err="1">
              <a:solidFill>
                <a:srgbClr val="FFFF00"/>
              </a:solidFill>
            </a:rPr>
            <a:t>crudEjemplo</a:t>
          </a:r>
          <a:endParaRPr lang="en-US" dirty="0">
            <a:solidFill>
              <a:srgbClr val="FFFF00"/>
            </a:solidFill>
          </a:endParaRPr>
        </a:p>
      </dgm:t>
    </dgm:pt>
    <dgm:pt modelId="{CA93C5C0-2B5D-477E-ACF6-AE9C9188253A}" type="parTrans" cxnId="{2CF8433A-7FF8-44D2-A0F6-AB44B2501B43}">
      <dgm:prSet/>
      <dgm:spPr/>
      <dgm:t>
        <a:bodyPr/>
        <a:lstStyle/>
        <a:p>
          <a:endParaRPr lang="en-US"/>
        </a:p>
      </dgm:t>
    </dgm:pt>
    <dgm:pt modelId="{5DD12B3F-52B5-40BF-9CB9-FD1E99D0466C}" type="sibTrans" cxnId="{2CF8433A-7FF8-44D2-A0F6-AB44B2501B43}">
      <dgm:prSet/>
      <dgm:spPr/>
      <dgm:t>
        <a:bodyPr/>
        <a:lstStyle/>
        <a:p>
          <a:endParaRPr lang="en-US"/>
        </a:p>
      </dgm:t>
    </dgm:pt>
    <dgm:pt modelId="{5798B8F2-44FB-4CB8-BDD7-41177118861F}">
      <dgm:prSet/>
      <dgm:spPr/>
      <dgm:t>
        <a:bodyPr/>
        <a:lstStyle/>
        <a:p>
          <a:r>
            <a:rPr lang="es-PA" dirty="0" err="1"/>
            <a:t>php</a:t>
          </a:r>
          <a:r>
            <a:rPr lang="es-PA" dirty="0"/>
            <a:t> </a:t>
          </a:r>
          <a:r>
            <a:rPr lang="es-PA" dirty="0" err="1"/>
            <a:t>artisan</a:t>
          </a:r>
          <a:r>
            <a:rPr lang="es-PA" dirty="0"/>
            <a:t> </a:t>
          </a:r>
          <a:r>
            <a:rPr lang="es-PA" dirty="0" err="1"/>
            <a:t>config:clear</a:t>
          </a:r>
          <a:endParaRPr lang="en-US" dirty="0"/>
        </a:p>
      </dgm:t>
    </dgm:pt>
    <dgm:pt modelId="{F237756D-74B9-4E86-AD33-4EAF0D8D44C8}" type="parTrans" cxnId="{5256AF46-B75F-4001-A000-C2CBF52361CF}">
      <dgm:prSet/>
      <dgm:spPr/>
      <dgm:t>
        <a:bodyPr/>
        <a:lstStyle/>
        <a:p>
          <a:endParaRPr lang="en-US"/>
        </a:p>
      </dgm:t>
    </dgm:pt>
    <dgm:pt modelId="{B780CBE3-FBF4-4575-AB6B-7555B57A1E64}" type="sibTrans" cxnId="{5256AF46-B75F-4001-A000-C2CBF52361CF}">
      <dgm:prSet/>
      <dgm:spPr/>
      <dgm:t>
        <a:bodyPr/>
        <a:lstStyle/>
        <a:p>
          <a:endParaRPr lang="en-US"/>
        </a:p>
      </dgm:t>
    </dgm:pt>
    <dgm:pt modelId="{765A00A6-DD07-46DA-A2F3-6A959EDB5E12}">
      <dgm:prSet/>
      <dgm:spPr/>
      <dgm:t>
        <a:bodyPr/>
        <a:lstStyle/>
        <a:p>
          <a:r>
            <a:rPr lang="es-PA" dirty="0" err="1"/>
            <a:t>php</a:t>
          </a:r>
          <a:r>
            <a:rPr lang="es-PA" dirty="0"/>
            <a:t> </a:t>
          </a:r>
          <a:r>
            <a:rPr lang="es-PA" dirty="0" err="1"/>
            <a:t>artisan</a:t>
          </a:r>
          <a:r>
            <a:rPr lang="es-PA" dirty="0"/>
            <a:t> </a:t>
          </a:r>
          <a:r>
            <a:rPr lang="es-PA" dirty="0" err="1"/>
            <a:t>cache:clear</a:t>
          </a:r>
          <a:endParaRPr lang="en-US" dirty="0"/>
        </a:p>
      </dgm:t>
    </dgm:pt>
    <dgm:pt modelId="{761F259B-B3CD-49CB-AE46-49721925AE9B}" type="parTrans" cxnId="{750999DC-FFBE-4B18-BA07-BA737ECC5E82}">
      <dgm:prSet/>
      <dgm:spPr/>
      <dgm:t>
        <a:bodyPr/>
        <a:lstStyle/>
        <a:p>
          <a:endParaRPr lang="en-US"/>
        </a:p>
      </dgm:t>
    </dgm:pt>
    <dgm:pt modelId="{ED1239FF-74BD-4E61-8523-527421B0156D}" type="sibTrans" cxnId="{750999DC-FFBE-4B18-BA07-BA737ECC5E82}">
      <dgm:prSet/>
      <dgm:spPr/>
      <dgm:t>
        <a:bodyPr/>
        <a:lstStyle/>
        <a:p>
          <a:endParaRPr lang="en-US"/>
        </a:p>
      </dgm:t>
    </dgm:pt>
    <dgm:pt modelId="{3B35E852-1383-4E31-B5D8-6E38D90548B5}">
      <dgm:prSet/>
      <dgm:spPr/>
      <dgm:t>
        <a:bodyPr/>
        <a:lstStyle/>
        <a:p>
          <a:r>
            <a:rPr lang="es-PA" dirty="0" err="1"/>
            <a:t>php</a:t>
          </a:r>
          <a:r>
            <a:rPr lang="es-PA" dirty="0"/>
            <a:t> </a:t>
          </a:r>
          <a:r>
            <a:rPr lang="es-PA" dirty="0" err="1"/>
            <a:t>artisan</a:t>
          </a:r>
          <a:r>
            <a:rPr lang="es-PA" dirty="0"/>
            <a:t> </a:t>
          </a:r>
          <a:r>
            <a:rPr lang="es-PA" dirty="0" err="1"/>
            <a:t>config:cache</a:t>
          </a:r>
          <a:endParaRPr lang="en-US" dirty="0"/>
        </a:p>
      </dgm:t>
    </dgm:pt>
    <dgm:pt modelId="{1113CDAD-DE7B-4CB9-BF2E-A1A2D4DF1C50}" type="parTrans" cxnId="{F12A7FB5-B4D8-489C-BA69-9FD7C9A878BF}">
      <dgm:prSet/>
      <dgm:spPr/>
      <dgm:t>
        <a:bodyPr/>
        <a:lstStyle/>
        <a:p>
          <a:endParaRPr lang="en-US"/>
        </a:p>
      </dgm:t>
    </dgm:pt>
    <dgm:pt modelId="{D08E6F17-B779-4493-838F-0BCD6791F06D}" type="sibTrans" cxnId="{F12A7FB5-B4D8-489C-BA69-9FD7C9A878BF}">
      <dgm:prSet/>
      <dgm:spPr/>
      <dgm:t>
        <a:bodyPr/>
        <a:lstStyle/>
        <a:p>
          <a:endParaRPr lang="en-US"/>
        </a:p>
      </dgm:t>
    </dgm:pt>
    <dgm:pt modelId="{D72EDE99-B347-4AE9-9500-1D17796CC16D}">
      <dgm:prSet/>
      <dgm:spPr/>
      <dgm:t>
        <a:bodyPr/>
        <a:lstStyle/>
        <a:p>
          <a:r>
            <a:rPr lang="es-PA" dirty="0"/>
            <a:t>php artisan migrate</a:t>
          </a:r>
          <a:endParaRPr lang="en-US" dirty="0"/>
        </a:p>
      </dgm:t>
    </dgm:pt>
    <dgm:pt modelId="{DF8D2BDA-E4B3-42E8-B6FA-8BF206A468F7}" type="parTrans" cxnId="{FBB8FA37-D862-4B18-9626-FF3A0E798F89}">
      <dgm:prSet/>
      <dgm:spPr/>
      <dgm:t>
        <a:bodyPr/>
        <a:lstStyle/>
        <a:p>
          <a:endParaRPr lang="en-US"/>
        </a:p>
      </dgm:t>
    </dgm:pt>
    <dgm:pt modelId="{3E2E09E2-171F-40A0-A684-CC9F794D285E}" type="sibTrans" cxnId="{FBB8FA37-D862-4B18-9626-FF3A0E798F89}">
      <dgm:prSet/>
      <dgm:spPr/>
      <dgm:t>
        <a:bodyPr/>
        <a:lstStyle/>
        <a:p>
          <a:endParaRPr lang="en-US"/>
        </a:p>
      </dgm:t>
    </dgm:pt>
    <dgm:pt modelId="{E738B861-1445-4E01-A463-2107A4B801DF}" type="pres">
      <dgm:prSet presAssocID="{1A5B7591-B1F2-47E7-ABC0-19E30CA7261D}" presName="diagram" presStyleCnt="0">
        <dgm:presLayoutVars>
          <dgm:dir/>
          <dgm:resizeHandles val="exact"/>
        </dgm:presLayoutVars>
      </dgm:prSet>
      <dgm:spPr/>
    </dgm:pt>
    <dgm:pt modelId="{E325913B-B4B1-4ADE-A657-C0E760154AC4}" type="pres">
      <dgm:prSet presAssocID="{08F0D077-4DB1-41E7-8364-2075154BE4C8}" presName="node" presStyleLbl="node1" presStyleIdx="0" presStyleCnt="5">
        <dgm:presLayoutVars>
          <dgm:bulletEnabled val="1"/>
        </dgm:presLayoutVars>
      </dgm:prSet>
      <dgm:spPr/>
    </dgm:pt>
    <dgm:pt modelId="{4EE78AA2-D0CC-487E-9523-A3BAF7259E3C}" type="pres">
      <dgm:prSet presAssocID="{5DD12B3F-52B5-40BF-9CB9-FD1E99D0466C}" presName="sibTrans" presStyleCnt="0"/>
      <dgm:spPr/>
    </dgm:pt>
    <dgm:pt modelId="{CEF301D6-3B8A-400E-B2E1-42ADA4ED902A}" type="pres">
      <dgm:prSet presAssocID="{5798B8F2-44FB-4CB8-BDD7-41177118861F}" presName="node" presStyleLbl="node1" presStyleIdx="1" presStyleCnt="5">
        <dgm:presLayoutVars>
          <dgm:bulletEnabled val="1"/>
        </dgm:presLayoutVars>
      </dgm:prSet>
      <dgm:spPr/>
    </dgm:pt>
    <dgm:pt modelId="{90D79FCE-9E5A-4729-B7FE-FC78A6594985}" type="pres">
      <dgm:prSet presAssocID="{B780CBE3-FBF4-4575-AB6B-7555B57A1E64}" presName="sibTrans" presStyleCnt="0"/>
      <dgm:spPr/>
    </dgm:pt>
    <dgm:pt modelId="{C52CA3D8-5A0E-4A26-AFEE-40BACA63769D}" type="pres">
      <dgm:prSet presAssocID="{765A00A6-DD07-46DA-A2F3-6A959EDB5E12}" presName="node" presStyleLbl="node1" presStyleIdx="2" presStyleCnt="5">
        <dgm:presLayoutVars>
          <dgm:bulletEnabled val="1"/>
        </dgm:presLayoutVars>
      </dgm:prSet>
      <dgm:spPr/>
    </dgm:pt>
    <dgm:pt modelId="{D2C7C1B9-DC4E-4E67-AB77-DF33B4C9B0EE}" type="pres">
      <dgm:prSet presAssocID="{ED1239FF-74BD-4E61-8523-527421B0156D}" presName="sibTrans" presStyleCnt="0"/>
      <dgm:spPr/>
    </dgm:pt>
    <dgm:pt modelId="{32CECA81-640A-493F-96D1-2B848AC52B2B}" type="pres">
      <dgm:prSet presAssocID="{3B35E852-1383-4E31-B5D8-6E38D90548B5}" presName="node" presStyleLbl="node1" presStyleIdx="3" presStyleCnt="5">
        <dgm:presLayoutVars>
          <dgm:bulletEnabled val="1"/>
        </dgm:presLayoutVars>
      </dgm:prSet>
      <dgm:spPr/>
    </dgm:pt>
    <dgm:pt modelId="{0CFDE135-319D-41EE-8DA5-3494D064B0D1}" type="pres">
      <dgm:prSet presAssocID="{D08E6F17-B779-4493-838F-0BCD6791F06D}" presName="sibTrans" presStyleCnt="0"/>
      <dgm:spPr/>
    </dgm:pt>
    <dgm:pt modelId="{24F2FE1D-016E-4B49-814F-3F84A3CE90A3}" type="pres">
      <dgm:prSet presAssocID="{D72EDE99-B347-4AE9-9500-1D17796CC16D}" presName="node" presStyleLbl="node1" presStyleIdx="4" presStyleCnt="5">
        <dgm:presLayoutVars>
          <dgm:bulletEnabled val="1"/>
        </dgm:presLayoutVars>
      </dgm:prSet>
      <dgm:spPr/>
    </dgm:pt>
  </dgm:ptLst>
  <dgm:cxnLst>
    <dgm:cxn modelId="{4D8DF627-9CC7-4E76-B39E-9ED7EB25CA92}" type="presOf" srcId="{1A5B7591-B1F2-47E7-ABC0-19E30CA7261D}" destId="{E738B861-1445-4E01-A463-2107A4B801DF}" srcOrd="0" destOrd="0" presId="urn:microsoft.com/office/officeart/2005/8/layout/default"/>
    <dgm:cxn modelId="{FBB8FA37-D862-4B18-9626-FF3A0E798F89}" srcId="{1A5B7591-B1F2-47E7-ABC0-19E30CA7261D}" destId="{D72EDE99-B347-4AE9-9500-1D17796CC16D}" srcOrd="4" destOrd="0" parTransId="{DF8D2BDA-E4B3-42E8-B6FA-8BF206A468F7}" sibTransId="{3E2E09E2-171F-40A0-A684-CC9F794D285E}"/>
    <dgm:cxn modelId="{2CF8433A-7FF8-44D2-A0F6-AB44B2501B43}" srcId="{1A5B7591-B1F2-47E7-ABC0-19E30CA7261D}" destId="{08F0D077-4DB1-41E7-8364-2075154BE4C8}" srcOrd="0" destOrd="0" parTransId="{CA93C5C0-2B5D-477E-ACF6-AE9C9188253A}" sibTransId="{5DD12B3F-52B5-40BF-9CB9-FD1E99D0466C}"/>
    <dgm:cxn modelId="{5256AF46-B75F-4001-A000-C2CBF52361CF}" srcId="{1A5B7591-B1F2-47E7-ABC0-19E30CA7261D}" destId="{5798B8F2-44FB-4CB8-BDD7-41177118861F}" srcOrd="1" destOrd="0" parTransId="{F237756D-74B9-4E86-AD33-4EAF0D8D44C8}" sibTransId="{B780CBE3-FBF4-4575-AB6B-7555B57A1E64}"/>
    <dgm:cxn modelId="{E7176E58-22C9-457E-AD8D-0E712A3CC54B}" type="presOf" srcId="{765A00A6-DD07-46DA-A2F3-6A959EDB5E12}" destId="{C52CA3D8-5A0E-4A26-AFEE-40BACA63769D}" srcOrd="0" destOrd="0" presId="urn:microsoft.com/office/officeart/2005/8/layout/default"/>
    <dgm:cxn modelId="{55C3C97C-6E11-4376-B463-F95185ECE511}" type="presOf" srcId="{3B35E852-1383-4E31-B5D8-6E38D90548B5}" destId="{32CECA81-640A-493F-96D1-2B848AC52B2B}" srcOrd="0" destOrd="0" presId="urn:microsoft.com/office/officeart/2005/8/layout/default"/>
    <dgm:cxn modelId="{F12A7FB5-B4D8-489C-BA69-9FD7C9A878BF}" srcId="{1A5B7591-B1F2-47E7-ABC0-19E30CA7261D}" destId="{3B35E852-1383-4E31-B5D8-6E38D90548B5}" srcOrd="3" destOrd="0" parTransId="{1113CDAD-DE7B-4CB9-BF2E-A1A2D4DF1C50}" sibTransId="{D08E6F17-B779-4493-838F-0BCD6791F06D}"/>
    <dgm:cxn modelId="{A5CDF3D1-3DC4-42CF-AD9E-82E00315A1BC}" type="presOf" srcId="{08F0D077-4DB1-41E7-8364-2075154BE4C8}" destId="{E325913B-B4B1-4ADE-A657-C0E760154AC4}" srcOrd="0" destOrd="0" presId="urn:microsoft.com/office/officeart/2005/8/layout/default"/>
    <dgm:cxn modelId="{C0EFF2DB-7559-4EFE-8DF5-D3232A41361B}" type="presOf" srcId="{5798B8F2-44FB-4CB8-BDD7-41177118861F}" destId="{CEF301D6-3B8A-400E-B2E1-42ADA4ED902A}" srcOrd="0" destOrd="0" presId="urn:microsoft.com/office/officeart/2005/8/layout/default"/>
    <dgm:cxn modelId="{750999DC-FFBE-4B18-BA07-BA737ECC5E82}" srcId="{1A5B7591-B1F2-47E7-ABC0-19E30CA7261D}" destId="{765A00A6-DD07-46DA-A2F3-6A959EDB5E12}" srcOrd="2" destOrd="0" parTransId="{761F259B-B3CD-49CB-AE46-49721925AE9B}" sibTransId="{ED1239FF-74BD-4E61-8523-527421B0156D}"/>
    <dgm:cxn modelId="{2B9B53DD-9937-4AD1-A4E0-39104C5CF3E8}" type="presOf" srcId="{D72EDE99-B347-4AE9-9500-1D17796CC16D}" destId="{24F2FE1D-016E-4B49-814F-3F84A3CE90A3}" srcOrd="0" destOrd="0" presId="urn:microsoft.com/office/officeart/2005/8/layout/default"/>
    <dgm:cxn modelId="{4247DBCC-749B-4263-8288-0364953EDAAC}" type="presParOf" srcId="{E738B861-1445-4E01-A463-2107A4B801DF}" destId="{E325913B-B4B1-4ADE-A657-C0E760154AC4}" srcOrd="0" destOrd="0" presId="urn:microsoft.com/office/officeart/2005/8/layout/default"/>
    <dgm:cxn modelId="{EE30D982-DEFA-4EE5-8D5C-AF1E877A5EBC}" type="presParOf" srcId="{E738B861-1445-4E01-A463-2107A4B801DF}" destId="{4EE78AA2-D0CC-487E-9523-A3BAF7259E3C}" srcOrd="1" destOrd="0" presId="urn:microsoft.com/office/officeart/2005/8/layout/default"/>
    <dgm:cxn modelId="{3F53C354-B819-4BDA-953F-306E76EE30BD}" type="presParOf" srcId="{E738B861-1445-4E01-A463-2107A4B801DF}" destId="{CEF301D6-3B8A-400E-B2E1-42ADA4ED902A}" srcOrd="2" destOrd="0" presId="urn:microsoft.com/office/officeart/2005/8/layout/default"/>
    <dgm:cxn modelId="{5125AD28-F2DF-4D90-9B48-B16B902E65AD}" type="presParOf" srcId="{E738B861-1445-4E01-A463-2107A4B801DF}" destId="{90D79FCE-9E5A-4729-B7FE-FC78A6594985}" srcOrd="3" destOrd="0" presId="urn:microsoft.com/office/officeart/2005/8/layout/default"/>
    <dgm:cxn modelId="{F9F91BC3-1706-4D61-B724-97830C0184B4}" type="presParOf" srcId="{E738B861-1445-4E01-A463-2107A4B801DF}" destId="{C52CA3D8-5A0E-4A26-AFEE-40BACA63769D}" srcOrd="4" destOrd="0" presId="urn:microsoft.com/office/officeart/2005/8/layout/default"/>
    <dgm:cxn modelId="{1036C0DE-DDF4-4C1A-B49A-9EDB50D66986}" type="presParOf" srcId="{E738B861-1445-4E01-A463-2107A4B801DF}" destId="{D2C7C1B9-DC4E-4E67-AB77-DF33B4C9B0EE}" srcOrd="5" destOrd="0" presId="urn:microsoft.com/office/officeart/2005/8/layout/default"/>
    <dgm:cxn modelId="{D14D664C-E61D-4701-91DD-0CF0CCEE0D82}" type="presParOf" srcId="{E738B861-1445-4E01-A463-2107A4B801DF}" destId="{32CECA81-640A-493F-96D1-2B848AC52B2B}" srcOrd="6" destOrd="0" presId="urn:microsoft.com/office/officeart/2005/8/layout/default"/>
    <dgm:cxn modelId="{7C50A704-262F-4EA1-B02D-D3CD705BDD6A}" type="presParOf" srcId="{E738B861-1445-4E01-A463-2107A4B801DF}" destId="{0CFDE135-319D-41EE-8DA5-3494D064B0D1}" srcOrd="7" destOrd="0" presId="urn:microsoft.com/office/officeart/2005/8/layout/default"/>
    <dgm:cxn modelId="{DC33C861-E0ED-495A-845C-8F1598D1A5B9}" type="presParOf" srcId="{E738B861-1445-4E01-A463-2107A4B801DF}" destId="{24F2FE1D-016E-4B49-814F-3F84A3CE90A3}"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94CFD4-248C-4ED3-B888-AD49D02864A7}"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s-PA"/>
        </a:p>
      </dgm:t>
    </dgm:pt>
    <dgm:pt modelId="{90E3669B-A9B2-4721-91E4-354BD40F1139}">
      <dgm:prSet phldrT="[Texto]" phldr="0" custT="1"/>
      <dgm:spPr/>
      <dgm:t>
        <a:bodyPr/>
        <a:lstStyle/>
        <a:p>
          <a:r>
            <a:rPr lang="es-PA" sz="1900" b="1" dirty="0">
              <a:latin typeface="Times New Roman" panose="02020603050405020304" pitchFamily="18" charset="0"/>
              <a:cs typeface="Times New Roman" panose="02020603050405020304" pitchFamily="18" charset="0"/>
            </a:rPr>
            <a:t>php artisan migrate</a:t>
          </a:r>
        </a:p>
      </dgm:t>
    </dgm:pt>
    <dgm:pt modelId="{09F88FCB-1ACC-42F7-9178-77B23F8B57D6}" type="parTrans" cxnId="{0C93D709-1076-4B1C-9E45-B3363F55E593}">
      <dgm:prSet/>
      <dgm:spPr/>
      <dgm:t>
        <a:bodyPr/>
        <a:lstStyle/>
        <a:p>
          <a:endParaRPr lang="es-PA"/>
        </a:p>
      </dgm:t>
    </dgm:pt>
    <dgm:pt modelId="{D25080A4-8113-4556-83A5-90ED22C3E4FC}" type="sibTrans" cxnId="{0C93D709-1076-4B1C-9E45-B3363F55E593}">
      <dgm:prSet/>
      <dgm:spPr/>
      <dgm:t>
        <a:bodyPr/>
        <a:lstStyle/>
        <a:p>
          <a:endParaRPr lang="es-PA"/>
        </a:p>
      </dgm:t>
    </dgm:pt>
    <dgm:pt modelId="{B5C5CA67-D18E-4621-8C26-41537778CFE9}">
      <dgm:prSet phldrT="[Texto]" phldr="0" custT="1"/>
      <dgm:spPr/>
      <dgm:t>
        <a:bodyPr/>
        <a:lstStyle/>
        <a:p>
          <a:r>
            <a:rPr lang="es-PA" sz="1800" dirty="0"/>
            <a:t>Nos permite migrar tablas.</a:t>
          </a:r>
        </a:p>
      </dgm:t>
    </dgm:pt>
    <dgm:pt modelId="{3C4C931C-00AC-4307-A22A-451CD794301E}" type="parTrans" cxnId="{5F6DD777-0A63-4434-BEF3-B6FAD30F964A}">
      <dgm:prSet/>
      <dgm:spPr/>
      <dgm:t>
        <a:bodyPr/>
        <a:lstStyle/>
        <a:p>
          <a:endParaRPr lang="es-PA"/>
        </a:p>
      </dgm:t>
    </dgm:pt>
    <dgm:pt modelId="{DC4E6E08-01E7-46DA-ADAD-E3CD0E6A93E0}" type="sibTrans" cxnId="{5F6DD777-0A63-4434-BEF3-B6FAD30F964A}">
      <dgm:prSet/>
      <dgm:spPr/>
      <dgm:t>
        <a:bodyPr/>
        <a:lstStyle/>
        <a:p>
          <a:endParaRPr lang="es-PA"/>
        </a:p>
      </dgm:t>
    </dgm:pt>
    <dgm:pt modelId="{02B32584-68A0-433E-B2F7-80C1F9B29EC4}">
      <dgm:prSet phldrT="[Texto]" custT="1"/>
      <dgm:spPr/>
      <dgm:t>
        <a:bodyPr/>
        <a:lstStyle/>
        <a:p>
          <a:r>
            <a:rPr lang="es-ES" sz="1800" kern="1200" dirty="0">
              <a:solidFill>
                <a:prstClr val="white"/>
              </a:solidFill>
              <a:latin typeface="Times New Roman" panose="02020603050405020304" pitchFamily="18" charset="0"/>
              <a:ea typeface="+mn-ea"/>
              <a:cs typeface="Times New Roman" panose="02020603050405020304" pitchFamily="18" charset="0"/>
            </a:rPr>
            <a:t>php</a:t>
          </a:r>
          <a:r>
            <a:rPr lang="es-ES" sz="1600" kern="1200" dirty="0"/>
            <a:t> </a:t>
          </a:r>
          <a:r>
            <a:rPr lang="es-ES" sz="1800" kern="1200" dirty="0">
              <a:solidFill>
                <a:prstClr val="white"/>
              </a:solidFill>
              <a:latin typeface="Times New Roman" panose="02020603050405020304" pitchFamily="18" charset="0"/>
              <a:ea typeface="+mn-ea"/>
              <a:cs typeface="Times New Roman" panose="02020603050405020304" pitchFamily="18" charset="0"/>
            </a:rPr>
            <a:t>artisan migrate:fresh</a:t>
          </a:r>
          <a:endParaRPr lang="es-PA" sz="1800" kern="1200" dirty="0">
            <a:solidFill>
              <a:prstClr val="white"/>
            </a:solidFill>
            <a:latin typeface="Times New Roman" panose="02020603050405020304" pitchFamily="18" charset="0"/>
            <a:ea typeface="+mn-ea"/>
            <a:cs typeface="Times New Roman" panose="02020603050405020304" pitchFamily="18" charset="0"/>
          </a:endParaRPr>
        </a:p>
      </dgm:t>
    </dgm:pt>
    <dgm:pt modelId="{03F4494C-BA80-4D34-9DE5-D7DE3247A070}" type="parTrans" cxnId="{0535EA98-C5FD-41D9-A1BB-37ED39F9AACF}">
      <dgm:prSet/>
      <dgm:spPr/>
      <dgm:t>
        <a:bodyPr/>
        <a:lstStyle/>
        <a:p>
          <a:endParaRPr lang="es-PA"/>
        </a:p>
      </dgm:t>
    </dgm:pt>
    <dgm:pt modelId="{07E0D042-3E85-4D8A-8D76-ED23C6CCF908}" type="sibTrans" cxnId="{0535EA98-C5FD-41D9-A1BB-37ED39F9AACF}">
      <dgm:prSet/>
      <dgm:spPr/>
      <dgm:t>
        <a:bodyPr/>
        <a:lstStyle/>
        <a:p>
          <a:endParaRPr lang="es-PA"/>
        </a:p>
      </dgm:t>
    </dgm:pt>
    <dgm:pt modelId="{8605CAE1-4A7E-4AF5-9A65-CDDBE5D5EEA3}">
      <dgm:prSet phldrT="[Texto]"/>
      <dgm:spPr/>
      <dgm:t>
        <a:bodyPr/>
        <a:lstStyle/>
        <a:p>
          <a:r>
            <a:rPr lang="es-ES" dirty="0"/>
            <a:t>Este comando primero elimina todas las tablas existentes en la base de datos y luego ejecuta todas las migraciones desde cero, garantizando un estado limpio y consistente y resolviendo el conflicto.</a:t>
          </a:r>
          <a:endParaRPr lang="es-PA" dirty="0"/>
        </a:p>
      </dgm:t>
    </dgm:pt>
    <dgm:pt modelId="{9E2C5DBF-2915-4642-8D18-9CD256F4EA94}" type="parTrans" cxnId="{AFC7E587-1662-4466-8C97-279D8216DBCA}">
      <dgm:prSet/>
      <dgm:spPr/>
      <dgm:t>
        <a:bodyPr/>
        <a:lstStyle/>
        <a:p>
          <a:endParaRPr lang="es-PA"/>
        </a:p>
      </dgm:t>
    </dgm:pt>
    <dgm:pt modelId="{5AB07F9B-2849-4230-BB28-2754C2BB9729}" type="sibTrans" cxnId="{AFC7E587-1662-4466-8C97-279D8216DBCA}">
      <dgm:prSet/>
      <dgm:spPr/>
      <dgm:t>
        <a:bodyPr/>
        <a:lstStyle/>
        <a:p>
          <a:endParaRPr lang="es-PA"/>
        </a:p>
      </dgm:t>
    </dgm:pt>
    <dgm:pt modelId="{D17265BC-13C9-4E18-A82C-3D93492B0D7A}">
      <dgm:prSet phldrT="[Texto]" custT="1"/>
      <dgm:spPr/>
      <dgm:t>
        <a:bodyPr/>
        <a:lstStyle/>
        <a:p>
          <a:r>
            <a:rPr lang="es-PA" sz="1800" b="1" u="sng" dirty="0">
              <a:latin typeface="Times New Roman" panose="02020603050405020304" pitchFamily="18" charset="0"/>
              <a:cs typeface="Times New Roman" panose="02020603050405020304" pitchFamily="18" charset="0"/>
            </a:rPr>
            <a:t>php</a:t>
          </a:r>
          <a:r>
            <a:rPr lang="es-PA" sz="1800" b="1" dirty="0">
              <a:latin typeface="Times New Roman" panose="02020603050405020304" pitchFamily="18" charset="0"/>
              <a:cs typeface="Times New Roman" panose="02020603050405020304" pitchFamily="18" charset="0"/>
            </a:rPr>
            <a:t> artisan </a:t>
          </a:r>
          <a:r>
            <a:rPr lang="es-PA" sz="1800" b="1" dirty="0" err="1">
              <a:latin typeface="Times New Roman" panose="02020603050405020304" pitchFamily="18" charset="0"/>
              <a:cs typeface="Times New Roman" panose="02020603050405020304" pitchFamily="18" charset="0"/>
            </a:rPr>
            <a:t>migrate:rollback</a:t>
          </a:r>
          <a:endParaRPr lang="es-PA" sz="1800" dirty="0">
            <a:latin typeface="Times New Roman" panose="02020603050405020304" pitchFamily="18" charset="0"/>
            <a:cs typeface="Times New Roman" panose="02020603050405020304" pitchFamily="18" charset="0"/>
          </a:endParaRPr>
        </a:p>
      </dgm:t>
    </dgm:pt>
    <dgm:pt modelId="{C0D496B9-091F-4178-B458-5DD96094D1A4}" type="parTrans" cxnId="{91016833-CB0A-467F-987F-884CA2261738}">
      <dgm:prSet/>
      <dgm:spPr/>
      <dgm:t>
        <a:bodyPr/>
        <a:lstStyle/>
        <a:p>
          <a:endParaRPr lang="es-PA"/>
        </a:p>
      </dgm:t>
    </dgm:pt>
    <dgm:pt modelId="{FB1321AC-F166-40ED-9AE2-0EC4A405B589}" type="sibTrans" cxnId="{91016833-CB0A-467F-987F-884CA2261738}">
      <dgm:prSet/>
      <dgm:spPr/>
      <dgm:t>
        <a:bodyPr/>
        <a:lstStyle/>
        <a:p>
          <a:endParaRPr lang="es-PA"/>
        </a:p>
      </dgm:t>
    </dgm:pt>
    <dgm:pt modelId="{C8EAC352-7053-45AE-9FFE-0700E7BEABD7}">
      <dgm:prSet phldrT="[Texto]" custT="1"/>
      <dgm:spPr/>
      <dgm:t>
        <a:bodyPr/>
        <a:lstStyle/>
        <a:p>
          <a:r>
            <a:rPr lang="es-ES" sz="1600" dirty="0">
              <a:latin typeface="Times New Roman" panose="02020603050405020304" pitchFamily="18" charset="0"/>
              <a:cs typeface="Times New Roman" panose="02020603050405020304" pitchFamily="18" charset="0"/>
            </a:rPr>
            <a:t>A diferencia de migrate:fresh (que borra y recrea todas las tablas), </a:t>
          </a:r>
          <a:r>
            <a:rPr lang="es-ES" sz="1600" dirty="0" err="1">
              <a:latin typeface="Times New Roman" panose="02020603050405020304" pitchFamily="18" charset="0"/>
              <a:cs typeface="Times New Roman" panose="02020603050405020304" pitchFamily="18" charset="0"/>
            </a:rPr>
            <a:t>migrate:rollback</a:t>
          </a:r>
          <a:r>
            <a:rPr lang="es-ES" sz="1600" dirty="0">
              <a:latin typeface="Times New Roman" panose="02020603050405020304" pitchFamily="18" charset="0"/>
              <a:cs typeface="Times New Roman" panose="02020603050405020304" pitchFamily="18" charset="0"/>
            </a:rPr>
            <a:t> es un comando más seguro y menos destructivo, ya que solo revierte el último cambio</a:t>
          </a:r>
          <a:endParaRPr lang="es-PA" sz="1600" dirty="0">
            <a:latin typeface="Times New Roman" panose="02020603050405020304" pitchFamily="18" charset="0"/>
            <a:cs typeface="Times New Roman" panose="02020603050405020304" pitchFamily="18" charset="0"/>
          </a:endParaRPr>
        </a:p>
      </dgm:t>
    </dgm:pt>
    <dgm:pt modelId="{B47664D8-8E75-4B73-8C4F-CEA0263911C4}" type="parTrans" cxnId="{0CA9363F-106D-4E11-8734-68945F30FC23}">
      <dgm:prSet/>
      <dgm:spPr/>
      <dgm:t>
        <a:bodyPr/>
        <a:lstStyle/>
        <a:p>
          <a:endParaRPr lang="es-PA"/>
        </a:p>
      </dgm:t>
    </dgm:pt>
    <dgm:pt modelId="{8E43CE42-3177-4A74-9BF3-4B22830FCE21}" type="sibTrans" cxnId="{0CA9363F-106D-4E11-8734-68945F30FC23}">
      <dgm:prSet/>
      <dgm:spPr/>
      <dgm:t>
        <a:bodyPr/>
        <a:lstStyle/>
        <a:p>
          <a:endParaRPr lang="es-PA"/>
        </a:p>
      </dgm:t>
    </dgm:pt>
    <dgm:pt modelId="{AC11AD77-287E-46CC-8EB5-393C85584708}" type="pres">
      <dgm:prSet presAssocID="{5A94CFD4-248C-4ED3-B888-AD49D02864A7}" presName="Name0" presStyleCnt="0">
        <dgm:presLayoutVars>
          <dgm:dir/>
          <dgm:animLvl val="lvl"/>
          <dgm:resizeHandles val="exact"/>
        </dgm:presLayoutVars>
      </dgm:prSet>
      <dgm:spPr/>
    </dgm:pt>
    <dgm:pt modelId="{F888D40E-13D0-4CAB-B85C-3D9D19143CAE}" type="pres">
      <dgm:prSet presAssocID="{90E3669B-A9B2-4721-91E4-354BD40F1139}" presName="composite" presStyleCnt="0"/>
      <dgm:spPr/>
    </dgm:pt>
    <dgm:pt modelId="{34734A9A-AF09-411B-94FE-6258C7CCCBAD}" type="pres">
      <dgm:prSet presAssocID="{90E3669B-A9B2-4721-91E4-354BD40F1139}" presName="parTx" presStyleLbl="alignNode1" presStyleIdx="0" presStyleCnt="3">
        <dgm:presLayoutVars>
          <dgm:chMax val="0"/>
          <dgm:chPref val="0"/>
          <dgm:bulletEnabled val="1"/>
        </dgm:presLayoutVars>
      </dgm:prSet>
      <dgm:spPr/>
    </dgm:pt>
    <dgm:pt modelId="{B98AA88E-C5DA-4465-94E1-79B6BD469734}" type="pres">
      <dgm:prSet presAssocID="{90E3669B-A9B2-4721-91E4-354BD40F1139}" presName="desTx" presStyleLbl="alignAccFollowNode1" presStyleIdx="0" presStyleCnt="3">
        <dgm:presLayoutVars>
          <dgm:bulletEnabled val="1"/>
        </dgm:presLayoutVars>
      </dgm:prSet>
      <dgm:spPr/>
    </dgm:pt>
    <dgm:pt modelId="{5A582490-B7A3-4DC2-B33A-A09331BAA025}" type="pres">
      <dgm:prSet presAssocID="{D25080A4-8113-4556-83A5-90ED22C3E4FC}" presName="space" presStyleCnt="0"/>
      <dgm:spPr/>
    </dgm:pt>
    <dgm:pt modelId="{DCFD3262-DF5A-4A64-B654-8EC59F44C4AC}" type="pres">
      <dgm:prSet presAssocID="{02B32584-68A0-433E-B2F7-80C1F9B29EC4}" presName="composite" presStyleCnt="0"/>
      <dgm:spPr/>
    </dgm:pt>
    <dgm:pt modelId="{CC6ACB1C-3CCF-40BC-9BBE-0E8C81E2DCDD}" type="pres">
      <dgm:prSet presAssocID="{02B32584-68A0-433E-B2F7-80C1F9B29EC4}" presName="parTx" presStyleLbl="alignNode1" presStyleIdx="1" presStyleCnt="3">
        <dgm:presLayoutVars>
          <dgm:chMax val="0"/>
          <dgm:chPref val="0"/>
          <dgm:bulletEnabled val="1"/>
        </dgm:presLayoutVars>
      </dgm:prSet>
      <dgm:spPr/>
    </dgm:pt>
    <dgm:pt modelId="{0DD5A0A8-1DFD-4644-ADEF-1CEFF1A70C68}" type="pres">
      <dgm:prSet presAssocID="{02B32584-68A0-433E-B2F7-80C1F9B29EC4}" presName="desTx" presStyleLbl="alignAccFollowNode1" presStyleIdx="1" presStyleCnt="3">
        <dgm:presLayoutVars>
          <dgm:bulletEnabled val="1"/>
        </dgm:presLayoutVars>
      </dgm:prSet>
      <dgm:spPr/>
    </dgm:pt>
    <dgm:pt modelId="{D4AD67B4-778B-4787-A43B-CF31903E48E3}" type="pres">
      <dgm:prSet presAssocID="{07E0D042-3E85-4D8A-8D76-ED23C6CCF908}" presName="space" presStyleCnt="0"/>
      <dgm:spPr/>
    </dgm:pt>
    <dgm:pt modelId="{876B3F8A-5811-42F1-BB25-0F5E3E57C474}" type="pres">
      <dgm:prSet presAssocID="{D17265BC-13C9-4E18-A82C-3D93492B0D7A}" presName="composite" presStyleCnt="0"/>
      <dgm:spPr/>
    </dgm:pt>
    <dgm:pt modelId="{8E5A990B-1C40-466B-A917-EEFF5E0AC627}" type="pres">
      <dgm:prSet presAssocID="{D17265BC-13C9-4E18-A82C-3D93492B0D7A}" presName="parTx" presStyleLbl="alignNode1" presStyleIdx="2" presStyleCnt="3">
        <dgm:presLayoutVars>
          <dgm:chMax val="0"/>
          <dgm:chPref val="0"/>
          <dgm:bulletEnabled val="1"/>
        </dgm:presLayoutVars>
      </dgm:prSet>
      <dgm:spPr/>
    </dgm:pt>
    <dgm:pt modelId="{841789D3-C998-46EB-96D1-9F5E9FAFA6DF}" type="pres">
      <dgm:prSet presAssocID="{D17265BC-13C9-4E18-A82C-3D93492B0D7A}" presName="desTx" presStyleLbl="alignAccFollowNode1" presStyleIdx="2" presStyleCnt="3">
        <dgm:presLayoutVars>
          <dgm:bulletEnabled val="1"/>
        </dgm:presLayoutVars>
      </dgm:prSet>
      <dgm:spPr/>
    </dgm:pt>
  </dgm:ptLst>
  <dgm:cxnLst>
    <dgm:cxn modelId="{0C93D709-1076-4B1C-9E45-B3363F55E593}" srcId="{5A94CFD4-248C-4ED3-B888-AD49D02864A7}" destId="{90E3669B-A9B2-4721-91E4-354BD40F1139}" srcOrd="0" destOrd="0" parTransId="{09F88FCB-1ACC-42F7-9178-77B23F8B57D6}" sibTransId="{D25080A4-8113-4556-83A5-90ED22C3E4FC}"/>
    <dgm:cxn modelId="{91016833-CB0A-467F-987F-884CA2261738}" srcId="{5A94CFD4-248C-4ED3-B888-AD49D02864A7}" destId="{D17265BC-13C9-4E18-A82C-3D93492B0D7A}" srcOrd="2" destOrd="0" parTransId="{C0D496B9-091F-4178-B458-5DD96094D1A4}" sibTransId="{FB1321AC-F166-40ED-9AE2-0EC4A405B589}"/>
    <dgm:cxn modelId="{0CA9363F-106D-4E11-8734-68945F30FC23}" srcId="{D17265BC-13C9-4E18-A82C-3D93492B0D7A}" destId="{C8EAC352-7053-45AE-9FFE-0700E7BEABD7}" srcOrd="0" destOrd="0" parTransId="{B47664D8-8E75-4B73-8C4F-CEA0263911C4}" sibTransId="{8E43CE42-3177-4A74-9BF3-4B22830FCE21}"/>
    <dgm:cxn modelId="{5F6DD777-0A63-4434-BEF3-B6FAD30F964A}" srcId="{90E3669B-A9B2-4721-91E4-354BD40F1139}" destId="{B5C5CA67-D18E-4621-8C26-41537778CFE9}" srcOrd="0" destOrd="0" parTransId="{3C4C931C-00AC-4307-A22A-451CD794301E}" sibTransId="{DC4E6E08-01E7-46DA-ADAD-E3CD0E6A93E0}"/>
    <dgm:cxn modelId="{3458D55A-24BD-416E-A2C3-126B8E769200}" type="presOf" srcId="{5A94CFD4-248C-4ED3-B888-AD49D02864A7}" destId="{AC11AD77-287E-46CC-8EB5-393C85584708}" srcOrd="0" destOrd="0" presId="urn:microsoft.com/office/officeart/2005/8/layout/hList1"/>
    <dgm:cxn modelId="{AFC7E587-1662-4466-8C97-279D8216DBCA}" srcId="{02B32584-68A0-433E-B2F7-80C1F9B29EC4}" destId="{8605CAE1-4A7E-4AF5-9A65-CDDBE5D5EEA3}" srcOrd="0" destOrd="0" parTransId="{9E2C5DBF-2915-4642-8D18-9CD256F4EA94}" sibTransId="{5AB07F9B-2849-4230-BB28-2754C2BB9729}"/>
    <dgm:cxn modelId="{0535EA98-C5FD-41D9-A1BB-37ED39F9AACF}" srcId="{5A94CFD4-248C-4ED3-B888-AD49D02864A7}" destId="{02B32584-68A0-433E-B2F7-80C1F9B29EC4}" srcOrd="1" destOrd="0" parTransId="{03F4494C-BA80-4D34-9DE5-D7DE3247A070}" sibTransId="{07E0D042-3E85-4D8A-8D76-ED23C6CCF908}"/>
    <dgm:cxn modelId="{E0498E99-9FF5-47CA-8951-EDEE0A3086C3}" type="presOf" srcId="{D17265BC-13C9-4E18-A82C-3D93492B0D7A}" destId="{8E5A990B-1C40-466B-A917-EEFF5E0AC627}" srcOrd="0" destOrd="0" presId="urn:microsoft.com/office/officeart/2005/8/layout/hList1"/>
    <dgm:cxn modelId="{A3CED6D9-176E-4CA2-B90D-5F1F2B0EFF19}" type="presOf" srcId="{C8EAC352-7053-45AE-9FFE-0700E7BEABD7}" destId="{841789D3-C998-46EB-96D1-9F5E9FAFA6DF}" srcOrd="0" destOrd="0" presId="urn:microsoft.com/office/officeart/2005/8/layout/hList1"/>
    <dgm:cxn modelId="{84C30EE3-94AA-4BFA-9B3E-0168FC7C5C76}" type="presOf" srcId="{B5C5CA67-D18E-4621-8C26-41537778CFE9}" destId="{B98AA88E-C5DA-4465-94E1-79B6BD469734}" srcOrd="0" destOrd="0" presId="urn:microsoft.com/office/officeart/2005/8/layout/hList1"/>
    <dgm:cxn modelId="{71519BED-99E9-4AEB-98CB-D6CBD7804AB4}" type="presOf" srcId="{02B32584-68A0-433E-B2F7-80C1F9B29EC4}" destId="{CC6ACB1C-3CCF-40BC-9BBE-0E8C81E2DCDD}" srcOrd="0" destOrd="0" presId="urn:microsoft.com/office/officeart/2005/8/layout/hList1"/>
    <dgm:cxn modelId="{5552F6F0-BAB5-4043-96DF-E12F19BF4F8C}" type="presOf" srcId="{8605CAE1-4A7E-4AF5-9A65-CDDBE5D5EEA3}" destId="{0DD5A0A8-1DFD-4644-ADEF-1CEFF1A70C68}" srcOrd="0" destOrd="0" presId="urn:microsoft.com/office/officeart/2005/8/layout/hList1"/>
    <dgm:cxn modelId="{9C9E13FA-7B65-476A-B410-794ED73071A6}" type="presOf" srcId="{90E3669B-A9B2-4721-91E4-354BD40F1139}" destId="{34734A9A-AF09-411B-94FE-6258C7CCCBAD}" srcOrd="0" destOrd="0" presId="urn:microsoft.com/office/officeart/2005/8/layout/hList1"/>
    <dgm:cxn modelId="{CD08FF29-751B-47CB-94EF-51F5075BC9C9}" type="presParOf" srcId="{AC11AD77-287E-46CC-8EB5-393C85584708}" destId="{F888D40E-13D0-4CAB-B85C-3D9D19143CAE}" srcOrd="0" destOrd="0" presId="urn:microsoft.com/office/officeart/2005/8/layout/hList1"/>
    <dgm:cxn modelId="{28A75370-BD4D-44E4-A456-505E4C604C18}" type="presParOf" srcId="{F888D40E-13D0-4CAB-B85C-3D9D19143CAE}" destId="{34734A9A-AF09-411B-94FE-6258C7CCCBAD}" srcOrd="0" destOrd="0" presId="urn:microsoft.com/office/officeart/2005/8/layout/hList1"/>
    <dgm:cxn modelId="{3E465186-DA6A-4DB6-82DC-B8A600455E9A}" type="presParOf" srcId="{F888D40E-13D0-4CAB-B85C-3D9D19143CAE}" destId="{B98AA88E-C5DA-4465-94E1-79B6BD469734}" srcOrd="1" destOrd="0" presId="urn:microsoft.com/office/officeart/2005/8/layout/hList1"/>
    <dgm:cxn modelId="{6C88C0AB-8C2A-4A39-A449-D112E73F5979}" type="presParOf" srcId="{AC11AD77-287E-46CC-8EB5-393C85584708}" destId="{5A582490-B7A3-4DC2-B33A-A09331BAA025}" srcOrd="1" destOrd="0" presId="urn:microsoft.com/office/officeart/2005/8/layout/hList1"/>
    <dgm:cxn modelId="{9A2127E4-61F3-4FAD-B1A8-153D33E6C28B}" type="presParOf" srcId="{AC11AD77-287E-46CC-8EB5-393C85584708}" destId="{DCFD3262-DF5A-4A64-B654-8EC59F44C4AC}" srcOrd="2" destOrd="0" presId="urn:microsoft.com/office/officeart/2005/8/layout/hList1"/>
    <dgm:cxn modelId="{424FA8DE-1FE1-4C6C-ABB2-0A82BB519C6A}" type="presParOf" srcId="{DCFD3262-DF5A-4A64-B654-8EC59F44C4AC}" destId="{CC6ACB1C-3CCF-40BC-9BBE-0E8C81E2DCDD}" srcOrd="0" destOrd="0" presId="urn:microsoft.com/office/officeart/2005/8/layout/hList1"/>
    <dgm:cxn modelId="{F6A4B46A-E347-4415-A095-72488B68D647}" type="presParOf" srcId="{DCFD3262-DF5A-4A64-B654-8EC59F44C4AC}" destId="{0DD5A0A8-1DFD-4644-ADEF-1CEFF1A70C68}" srcOrd="1" destOrd="0" presId="urn:microsoft.com/office/officeart/2005/8/layout/hList1"/>
    <dgm:cxn modelId="{DA75087B-D083-47CB-98D1-410FA92E8939}" type="presParOf" srcId="{AC11AD77-287E-46CC-8EB5-393C85584708}" destId="{D4AD67B4-778B-4787-A43B-CF31903E48E3}" srcOrd="3" destOrd="0" presId="urn:microsoft.com/office/officeart/2005/8/layout/hList1"/>
    <dgm:cxn modelId="{745B0E9D-6FF9-4C32-9D7E-341AECBCAD84}" type="presParOf" srcId="{AC11AD77-287E-46CC-8EB5-393C85584708}" destId="{876B3F8A-5811-42F1-BB25-0F5E3E57C474}" srcOrd="4" destOrd="0" presId="urn:microsoft.com/office/officeart/2005/8/layout/hList1"/>
    <dgm:cxn modelId="{91B753C0-CCB7-4A9C-BA1A-D48EDCAC7EE7}" type="presParOf" srcId="{876B3F8A-5811-42F1-BB25-0F5E3E57C474}" destId="{8E5A990B-1C40-466B-A917-EEFF5E0AC627}" srcOrd="0" destOrd="0" presId="urn:microsoft.com/office/officeart/2005/8/layout/hList1"/>
    <dgm:cxn modelId="{9EAFEF50-2E9D-4285-BE0D-3793A93766D1}" type="presParOf" srcId="{876B3F8A-5811-42F1-BB25-0F5E3E57C474}" destId="{841789D3-C998-46EB-96D1-9F5E9FAFA6D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BDDD58-D0A6-4B9D-9DCF-8C0188537FF9}" type="doc">
      <dgm:prSet loTypeId="urn:microsoft.com/office/officeart/2005/8/layout/hierarchy4" loCatId="list" qsTypeId="urn:microsoft.com/office/officeart/2005/8/quickstyle/simple1" qsCatId="simple" csTypeId="urn:microsoft.com/office/officeart/2005/8/colors/accent4_5" csCatId="accent4" phldr="1"/>
      <dgm:spPr/>
      <dgm:t>
        <a:bodyPr/>
        <a:lstStyle/>
        <a:p>
          <a:endParaRPr lang="en-US"/>
        </a:p>
      </dgm:t>
    </dgm:pt>
    <dgm:pt modelId="{7260DD51-B960-4083-8929-C5A4101020AF}">
      <dgm:prSet/>
      <dgm:spPr/>
      <dgm:t>
        <a:bodyPr/>
        <a:lstStyle/>
        <a:p>
          <a:r>
            <a:rPr lang="es-PA" dirty="0"/>
            <a:t>Controladores</a:t>
          </a:r>
          <a:endParaRPr lang="en-US" dirty="0"/>
        </a:p>
      </dgm:t>
    </dgm:pt>
    <dgm:pt modelId="{173481EB-26D1-44AE-9B65-96D5D47EE664}" type="parTrans" cxnId="{C8F4BB86-5E50-431A-85E8-1BB52AD9E393}">
      <dgm:prSet/>
      <dgm:spPr/>
      <dgm:t>
        <a:bodyPr/>
        <a:lstStyle/>
        <a:p>
          <a:endParaRPr lang="en-US"/>
        </a:p>
      </dgm:t>
    </dgm:pt>
    <dgm:pt modelId="{C46405C2-343A-4500-B695-5CC6CDF2552B}" type="sibTrans" cxnId="{C8F4BB86-5E50-431A-85E8-1BB52AD9E393}">
      <dgm:prSet/>
      <dgm:spPr/>
      <dgm:t>
        <a:bodyPr/>
        <a:lstStyle/>
        <a:p>
          <a:endParaRPr lang="en-US"/>
        </a:p>
      </dgm:t>
    </dgm:pt>
    <dgm:pt modelId="{0DD711C4-718C-44A6-92D6-2DF95806D7F8}">
      <dgm:prSet/>
      <dgm:spPr/>
      <dgm:t>
        <a:bodyPr/>
        <a:lstStyle/>
        <a:p>
          <a:r>
            <a:rPr lang="es-PA" dirty="0"/>
            <a:t>Modelos</a:t>
          </a:r>
          <a:endParaRPr lang="en-US" dirty="0"/>
        </a:p>
      </dgm:t>
    </dgm:pt>
    <dgm:pt modelId="{534262FB-99C6-444A-8977-E40B1C74B9E0}" type="parTrans" cxnId="{2BFDC537-66CA-45D4-A1E8-627EEBD411AE}">
      <dgm:prSet/>
      <dgm:spPr/>
      <dgm:t>
        <a:bodyPr/>
        <a:lstStyle/>
        <a:p>
          <a:endParaRPr lang="en-US"/>
        </a:p>
      </dgm:t>
    </dgm:pt>
    <dgm:pt modelId="{F27F9047-1BB3-4FCC-8A0C-4B1F236E96F5}" type="sibTrans" cxnId="{2BFDC537-66CA-45D4-A1E8-627EEBD411AE}">
      <dgm:prSet/>
      <dgm:spPr/>
      <dgm:t>
        <a:bodyPr/>
        <a:lstStyle/>
        <a:p>
          <a:endParaRPr lang="en-US"/>
        </a:p>
      </dgm:t>
    </dgm:pt>
    <dgm:pt modelId="{0B8D09CA-47C4-4BBE-9F56-594328397822}">
      <dgm:prSet/>
      <dgm:spPr/>
      <dgm:t>
        <a:bodyPr/>
        <a:lstStyle/>
        <a:p>
          <a:r>
            <a:rPr lang="es-PA"/>
            <a:t>Vistas</a:t>
          </a:r>
          <a:endParaRPr lang="en-US"/>
        </a:p>
      </dgm:t>
    </dgm:pt>
    <dgm:pt modelId="{94FA3B89-4599-49A0-97A6-CF99E47873FF}" type="parTrans" cxnId="{7AC2B6FB-67BF-427E-B2F4-810BDEB72AD8}">
      <dgm:prSet/>
      <dgm:spPr/>
      <dgm:t>
        <a:bodyPr/>
        <a:lstStyle/>
        <a:p>
          <a:endParaRPr lang="en-US"/>
        </a:p>
      </dgm:t>
    </dgm:pt>
    <dgm:pt modelId="{3B0AE753-EF89-4C27-B590-2ED0DE833422}" type="sibTrans" cxnId="{7AC2B6FB-67BF-427E-B2F4-810BDEB72AD8}">
      <dgm:prSet/>
      <dgm:spPr/>
      <dgm:t>
        <a:bodyPr/>
        <a:lstStyle/>
        <a:p>
          <a:endParaRPr lang="en-US"/>
        </a:p>
      </dgm:t>
    </dgm:pt>
    <dgm:pt modelId="{F5F6434B-4C86-4123-924C-B2FB36EF6003}">
      <dgm:prSet/>
      <dgm:spPr/>
      <dgm:t>
        <a:bodyPr/>
        <a:lstStyle/>
        <a:p>
          <a:r>
            <a:rPr lang="es-PA"/>
            <a:t>Migraciones</a:t>
          </a:r>
          <a:endParaRPr lang="en-US"/>
        </a:p>
      </dgm:t>
    </dgm:pt>
    <dgm:pt modelId="{332D4B31-4FB3-4515-A40D-97A82117E3D5}" type="parTrans" cxnId="{A08C42F6-75AB-4CBA-8E1F-A1174F5081BD}">
      <dgm:prSet/>
      <dgm:spPr/>
      <dgm:t>
        <a:bodyPr/>
        <a:lstStyle/>
        <a:p>
          <a:endParaRPr lang="en-US"/>
        </a:p>
      </dgm:t>
    </dgm:pt>
    <dgm:pt modelId="{AEA1403A-FE4C-4700-BD1D-9CF48277100F}" type="sibTrans" cxnId="{A08C42F6-75AB-4CBA-8E1F-A1174F5081BD}">
      <dgm:prSet/>
      <dgm:spPr/>
      <dgm:t>
        <a:bodyPr/>
        <a:lstStyle/>
        <a:p>
          <a:endParaRPr lang="en-US"/>
        </a:p>
      </dgm:t>
    </dgm:pt>
    <dgm:pt modelId="{E5B9487D-46AF-43C4-B455-C5DE86C088C4}">
      <dgm:prSet/>
      <dgm:spPr/>
      <dgm:t>
        <a:bodyPr/>
        <a:lstStyle/>
        <a:p>
          <a:r>
            <a:rPr lang="es-PA"/>
            <a:t>Rutas</a:t>
          </a:r>
          <a:endParaRPr lang="en-US"/>
        </a:p>
      </dgm:t>
    </dgm:pt>
    <dgm:pt modelId="{4A871ACC-07DC-46B4-85F0-623E6ED1F54E}" type="parTrans" cxnId="{D2DDA6C7-5FAE-4565-A233-37E749E0FDF6}">
      <dgm:prSet/>
      <dgm:spPr/>
      <dgm:t>
        <a:bodyPr/>
        <a:lstStyle/>
        <a:p>
          <a:endParaRPr lang="en-US"/>
        </a:p>
      </dgm:t>
    </dgm:pt>
    <dgm:pt modelId="{00A53A90-0D91-4E44-A73E-4FB509A7C883}" type="sibTrans" cxnId="{D2DDA6C7-5FAE-4565-A233-37E749E0FDF6}">
      <dgm:prSet/>
      <dgm:spPr/>
      <dgm:t>
        <a:bodyPr/>
        <a:lstStyle/>
        <a:p>
          <a:endParaRPr lang="en-US"/>
        </a:p>
      </dgm:t>
    </dgm:pt>
    <dgm:pt modelId="{9242C2D5-7355-4C18-A694-E6F65DB0D012}" type="pres">
      <dgm:prSet presAssocID="{C8BDDD58-D0A6-4B9D-9DCF-8C0188537FF9}" presName="Name0" presStyleCnt="0">
        <dgm:presLayoutVars>
          <dgm:chPref val="1"/>
          <dgm:dir/>
          <dgm:animOne val="branch"/>
          <dgm:animLvl val="lvl"/>
          <dgm:resizeHandles/>
        </dgm:presLayoutVars>
      </dgm:prSet>
      <dgm:spPr/>
    </dgm:pt>
    <dgm:pt modelId="{95E06381-1773-4CEE-82DD-B5E3A104A484}" type="pres">
      <dgm:prSet presAssocID="{7260DD51-B960-4083-8929-C5A4101020AF}" presName="vertOne" presStyleCnt="0"/>
      <dgm:spPr/>
    </dgm:pt>
    <dgm:pt modelId="{5112E366-0481-4E17-8949-4D79A68701F9}" type="pres">
      <dgm:prSet presAssocID="{7260DD51-B960-4083-8929-C5A4101020AF}" presName="txOne" presStyleLbl="node0" presStyleIdx="0" presStyleCnt="5">
        <dgm:presLayoutVars>
          <dgm:chPref val="3"/>
        </dgm:presLayoutVars>
      </dgm:prSet>
      <dgm:spPr/>
    </dgm:pt>
    <dgm:pt modelId="{6D541D33-D8BA-4347-9F26-46061D8611E4}" type="pres">
      <dgm:prSet presAssocID="{7260DD51-B960-4083-8929-C5A4101020AF}" presName="horzOne" presStyleCnt="0"/>
      <dgm:spPr/>
    </dgm:pt>
    <dgm:pt modelId="{AFAB1E06-4A20-4114-A172-897A3D8BE9DE}" type="pres">
      <dgm:prSet presAssocID="{C46405C2-343A-4500-B695-5CC6CDF2552B}" presName="sibSpaceOne" presStyleCnt="0"/>
      <dgm:spPr/>
    </dgm:pt>
    <dgm:pt modelId="{BE7C3EC2-0436-4E5A-B089-A87F546AE9BC}" type="pres">
      <dgm:prSet presAssocID="{0DD711C4-718C-44A6-92D6-2DF95806D7F8}" presName="vertOne" presStyleCnt="0"/>
      <dgm:spPr/>
    </dgm:pt>
    <dgm:pt modelId="{3597FBD5-D81D-4DBB-B6B0-68773705154E}" type="pres">
      <dgm:prSet presAssocID="{0DD711C4-718C-44A6-92D6-2DF95806D7F8}" presName="txOne" presStyleLbl="node0" presStyleIdx="1" presStyleCnt="5">
        <dgm:presLayoutVars>
          <dgm:chPref val="3"/>
        </dgm:presLayoutVars>
      </dgm:prSet>
      <dgm:spPr/>
    </dgm:pt>
    <dgm:pt modelId="{46A218E3-9625-4AFC-9C64-98F1CDA90E7F}" type="pres">
      <dgm:prSet presAssocID="{0DD711C4-718C-44A6-92D6-2DF95806D7F8}" presName="horzOne" presStyleCnt="0"/>
      <dgm:spPr/>
    </dgm:pt>
    <dgm:pt modelId="{445A56EB-F20A-4AA2-ACEF-46E9FBC0E704}" type="pres">
      <dgm:prSet presAssocID="{F27F9047-1BB3-4FCC-8A0C-4B1F236E96F5}" presName="sibSpaceOne" presStyleCnt="0"/>
      <dgm:spPr/>
    </dgm:pt>
    <dgm:pt modelId="{D117B5E3-9788-49BD-B74E-6D758DA47D89}" type="pres">
      <dgm:prSet presAssocID="{0B8D09CA-47C4-4BBE-9F56-594328397822}" presName="vertOne" presStyleCnt="0"/>
      <dgm:spPr/>
    </dgm:pt>
    <dgm:pt modelId="{7AF8CB4B-8B00-4599-B881-B09AA30522CC}" type="pres">
      <dgm:prSet presAssocID="{0B8D09CA-47C4-4BBE-9F56-594328397822}" presName="txOne" presStyleLbl="node0" presStyleIdx="2" presStyleCnt="5">
        <dgm:presLayoutVars>
          <dgm:chPref val="3"/>
        </dgm:presLayoutVars>
      </dgm:prSet>
      <dgm:spPr/>
    </dgm:pt>
    <dgm:pt modelId="{2923AEB3-CD2F-4E9A-8953-7322CD2CA1FE}" type="pres">
      <dgm:prSet presAssocID="{0B8D09CA-47C4-4BBE-9F56-594328397822}" presName="horzOne" presStyleCnt="0"/>
      <dgm:spPr/>
    </dgm:pt>
    <dgm:pt modelId="{AF063156-F3AA-4586-8C43-5D546B15761B}" type="pres">
      <dgm:prSet presAssocID="{3B0AE753-EF89-4C27-B590-2ED0DE833422}" presName="sibSpaceOne" presStyleCnt="0"/>
      <dgm:spPr/>
    </dgm:pt>
    <dgm:pt modelId="{F193DF7C-BBB4-493B-BDC1-A74C828A58B8}" type="pres">
      <dgm:prSet presAssocID="{F5F6434B-4C86-4123-924C-B2FB36EF6003}" presName="vertOne" presStyleCnt="0"/>
      <dgm:spPr/>
    </dgm:pt>
    <dgm:pt modelId="{9C345011-E390-4D19-AFF2-6A724FA52086}" type="pres">
      <dgm:prSet presAssocID="{F5F6434B-4C86-4123-924C-B2FB36EF6003}" presName="txOne" presStyleLbl="node0" presStyleIdx="3" presStyleCnt="5">
        <dgm:presLayoutVars>
          <dgm:chPref val="3"/>
        </dgm:presLayoutVars>
      </dgm:prSet>
      <dgm:spPr/>
    </dgm:pt>
    <dgm:pt modelId="{6220A3B3-0177-4EB5-81E5-08598CCDBC49}" type="pres">
      <dgm:prSet presAssocID="{F5F6434B-4C86-4123-924C-B2FB36EF6003}" presName="horzOne" presStyleCnt="0"/>
      <dgm:spPr/>
    </dgm:pt>
    <dgm:pt modelId="{84C655A7-EA5C-4581-91CF-65EF9359046E}" type="pres">
      <dgm:prSet presAssocID="{AEA1403A-FE4C-4700-BD1D-9CF48277100F}" presName="sibSpaceOne" presStyleCnt="0"/>
      <dgm:spPr/>
    </dgm:pt>
    <dgm:pt modelId="{91BE56DD-0D4C-4E54-A9D8-2D0907A47659}" type="pres">
      <dgm:prSet presAssocID="{E5B9487D-46AF-43C4-B455-C5DE86C088C4}" presName="vertOne" presStyleCnt="0"/>
      <dgm:spPr/>
    </dgm:pt>
    <dgm:pt modelId="{1E3B1331-4B7A-4330-A687-12030B202356}" type="pres">
      <dgm:prSet presAssocID="{E5B9487D-46AF-43C4-B455-C5DE86C088C4}" presName="txOne" presStyleLbl="node0" presStyleIdx="4" presStyleCnt="5">
        <dgm:presLayoutVars>
          <dgm:chPref val="3"/>
        </dgm:presLayoutVars>
      </dgm:prSet>
      <dgm:spPr/>
    </dgm:pt>
    <dgm:pt modelId="{60DD0825-FB29-46CB-BBA2-6ED04AFD531A}" type="pres">
      <dgm:prSet presAssocID="{E5B9487D-46AF-43C4-B455-C5DE86C088C4}" presName="horzOne" presStyleCnt="0"/>
      <dgm:spPr/>
    </dgm:pt>
  </dgm:ptLst>
  <dgm:cxnLst>
    <dgm:cxn modelId="{120F370B-43F4-41AB-AE95-E48F7AECC55B}" type="presOf" srcId="{C8BDDD58-D0A6-4B9D-9DCF-8C0188537FF9}" destId="{9242C2D5-7355-4C18-A694-E6F65DB0D012}" srcOrd="0" destOrd="0" presId="urn:microsoft.com/office/officeart/2005/8/layout/hierarchy4"/>
    <dgm:cxn modelId="{E129760D-32AE-4304-A01D-03EF458CBD81}" type="presOf" srcId="{F5F6434B-4C86-4123-924C-B2FB36EF6003}" destId="{9C345011-E390-4D19-AFF2-6A724FA52086}" srcOrd="0" destOrd="0" presId="urn:microsoft.com/office/officeart/2005/8/layout/hierarchy4"/>
    <dgm:cxn modelId="{2BFDC537-66CA-45D4-A1E8-627EEBD411AE}" srcId="{C8BDDD58-D0A6-4B9D-9DCF-8C0188537FF9}" destId="{0DD711C4-718C-44A6-92D6-2DF95806D7F8}" srcOrd="1" destOrd="0" parTransId="{534262FB-99C6-444A-8977-E40B1C74B9E0}" sibTransId="{F27F9047-1BB3-4FCC-8A0C-4B1F236E96F5}"/>
    <dgm:cxn modelId="{1330266B-518A-4B61-8E0A-D2DE3BC1A70B}" type="presOf" srcId="{0DD711C4-718C-44A6-92D6-2DF95806D7F8}" destId="{3597FBD5-D81D-4DBB-B6B0-68773705154E}" srcOrd="0" destOrd="0" presId="urn:microsoft.com/office/officeart/2005/8/layout/hierarchy4"/>
    <dgm:cxn modelId="{508E0A77-EDB2-40A2-B524-00E630AF0831}" type="presOf" srcId="{0B8D09CA-47C4-4BBE-9F56-594328397822}" destId="{7AF8CB4B-8B00-4599-B881-B09AA30522CC}" srcOrd="0" destOrd="0" presId="urn:microsoft.com/office/officeart/2005/8/layout/hierarchy4"/>
    <dgm:cxn modelId="{C8F4BB86-5E50-431A-85E8-1BB52AD9E393}" srcId="{C8BDDD58-D0A6-4B9D-9DCF-8C0188537FF9}" destId="{7260DD51-B960-4083-8929-C5A4101020AF}" srcOrd="0" destOrd="0" parTransId="{173481EB-26D1-44AE-9B65-96D5D47EE664}" sibTransId="{C46405C2-343A-4500-B695-5CC6CDF2552B}"/>
    <dgm:cxn modelId="{786D0CAC-070D-45DD-B261-EA24CFDA6F99}" type="presOf" srcId="{7260DD51-B960-4083-8929-C5A4101020AF}" destId="{5112E366-0481-4E17-8949-4D79A68701F9}" srcOrd="0" destOrd="0" presId="urn:microsoft.com/office/officeart/2005/8/layout/hierarchy4"/>
    <dgm:cxn modelId="{D2DDA6C7-5FAE-4565-A233-37E749E0FDF6}" srcId="{C8BDDD58-D0A6-4B9D-9DCF-8C0188537FF9}" destId="{E5B9487D-46AF-43C4-B455-C5DE86C088C4}" srcOrd="4" destOrd="0" parTransId="{4A871ACC-07DC-46B4-85F0-623E6ED1F54E}" sibTransId="{00A53A90-0D91-4E44-A73E-4FB509A7C883}"/>
    <dgm:cxn modelId="{6255D6DE-0DAA-4B92-A98F-97B14C192197}" type="presOf" srcId="{E5B9487D-46AF-43C4-B455-C5DE86C088C4}" destId="{1E3B1331-4B7A-4330-A687-12030B202356}" srcOrd="0" destOrd="0" presId="urn:microsoft.com/office/officeart/2005/8/layout/hierarchy4"/>
    <dgm:cxn modelId="{A08C42F6-75AB-4CBA-8E1F-A1174F5081BD}" srcId="{C8BDDD58-D0A6-4B9D-9DCF-8C0188537FF9}" destId="{F5F6434B-4C86-4123-924C-B2FB36EF6003}" srcOrd="3" destOrd="0" parTransId="{332D4B31-4FB3-4515-A40D-97A82117E3D5}" sibTransId="{AEA1403A-FE4C-4700-BD1D-9CF48277100F}"/>
    <dgm:cxn modelId="{7AC2B6FB-67BF-427E-B2F4-810BDEB72AD8}" srcId="{C8BDDD58-D0A6-4B9D-9DCF-8C0188537FF9}" destId="{0B8D09CA-47C4-4BBE-9F56-594328397822}" srcOrd="2" destOrd="0" parTransId="{94FA3B89-4599-49A0-97A6-CF99E47873FF}" sibTransId="{3B0AE753-EF89-4C27-B590-2ED0DE833422}"/>
    <dgm:cxn modelId="{6027DD8C-7B2C-4797-A3D4-14812C6277A5}" type="presParOf" srcId="{9242C2D5-7355-4C18-A694-E6F65DB0D012}" destId="{95E06381-1773-4CEE-82DD-B5E3A104A484}" srcOrd="0" destOrd="0" presId="urn:microsoft.com/office/officeart/2005/8/layout/hierarchy4"/>
    <dgm:cxn modelId="{9600F8C3-C099-44B2-8313-EC3BDE12E461}" type="presParOf" srcId="{95E06381-1773-4CEE-82DD-B5E3A104A484}" destId="{5112E366-0481-4E17-8949-4D79A68701F9}" srcOrd="0" destOrd="0" presId="urn:microsoft.com/office/officeart/2005/8/layout/hierarchy4"/>
    <dgm:cxn modelId="{ED70C8AE-AA29-4390-A62C-63D94640C72C}" type="presParOf" srcId="{95E06381-1773-4CEE-82DD-B5E3A104A484}" destId="{6D541D33-D8BA-4347-9F26-46061D8611E4}" srcOrd="1" destOrd="0" presId="urn:microsoft.com/office/officeart/2005/8/layout/hierarchy4"/>
    <dgm:cxn modelId="{00ED3078-A872-4312-8548-E2B093343C60}" type="presParOf" srcId="{9242C2D5-7355-4C18-A694-E6F65DB0D012}" destId="{AFAB1E06-4A20-4114-A172-897A3D8BE9DE}" srcOrd="1" destOrd="0" presId="urn:microsoft.com/office/officeart/2005/8/layout/hierarchy4"/>
    <dgm:cxn modelId="{296435D3-A848-4E6A-9A08-F1F45C982B81}" type="presParOf" srcId="{9242C2D5-7355-4C18-A694-E6F65DB0D012}" destId="{BE7C3EC2-0436-4E5A-B089-A87F546AE9BC}" srcOrd="2" destOrd="0" presId="urn:microsoft.com/office/officeart/2005/8/layout/hierarchy4"/>
    <dgm:cxn modelId="{69C3484F-F9F5-4463-BC6A-0F6C55B9488E}" type="presParOf" srcId="{BE7C3EC2-0436-4E5A-B089-A87F546AE9BC}" destId="{3597FBD5-D81D-4DBB-B6B0-68773705154E}" srcOrd="0" destOrd="0" presId="urn:microsoft.com/office/officeart/2005/8/layout/hierarchy4"/>
    <dgm:cxn modelId="{880CF194-A78A-414C-81A4-6FFD4A4C2CC7}" type="presParOf" srcId="{BE7C3EC2-0436-4E5A-B089-A87F546AE9BC}" destId="{46A218E3-9625-4AFC-9C64-98F1CDA90E7F}" srcOrd="1" destOrd="0" presId="urn:microsoft.com/office/officeart/2005/8/layout/hierarchy4"/>
    <dgm:cxn modelId="{C38559F4-CB1A-42E8-A119-E91DB6149324}" type="presParOf" srcId="{9242C2D5-7355-4C18-A694-E6F65DB0D012}" destId="{445A56EB-F20A-4AA2-ACEF-46E9FBC0E704}" srcOrd="3" destOrd="0" presId="urn:microsoft.com/office/officeart/2005/8/layout/hierarchy4"/>
    <dgm:cxn modelId="{554A5A15-9E84-4A56-98EC-0029B8E42286}" type="presParOf" srcId="{9242C2D5-7355-4C18-A694-E6F65DB0D012}" destId="{D117B5E3-9788-49BD-B74E-6D758DA47D89}" srcOrd="4" destOrd="0" presId="urn:microsoft.com/office/officeart/2005/8/layout/hierarchy4"/>
    <dgm:cxn modelId="{FFF9FEEA-1BE4-42FC-830A-3C14FC13CDC6}" type="presParOf" srcId="{D117B5E3-9788-49BD-B74E-6D758DA47D89}" destId="{7AF8CB4B-8B00-4599-B881-B09AA30522CC}" srcOrd="0" destOrd="0" presId="urn:microsoft.com/office/officeart/2005/8/layout/hierarchy4"/>
    <dgm:cxn modelId="{BF8CED96-85A4-40C8-9A01-6C2BEBF00297}" type="presParOf" srcId="{D117B5E3-9788-49BD-B74E-6D758DA47D89}" destId="{2923AEB3-CD2F-4E9A-8953-7322CD2CA1FE}" srcOrd="1" destOrd="0" presId="urn:microsoft.com/office/officeart/2005/8/layout/hierarchy4"/>
    <dgm:cxn modelId="{6E58DA27-A9CA-4F66-9064-174A5516E013}" type="presParOf" srcId="{9242C2D5-7355-4C18-A694-E6F65DB0D012}" destId="{AF063156-F3AA-4586-8C43-5D546B15761B}" srcOrd="5" destOrd="0" presId="urn:microsoft.com/office/officeart/2005/8/layout/hierarchy4"/>
    <dgm:cxn modelId="{95B3C041-076E-4E86-9A03-C7F079987BB3}" type="presParOf" srcId="{9242C2D5-7355-4C18-A694-E6F65DB0D012}" destId="{F193DF7C-BBB4-493B-BDC1-A74C828A58B8}" srcOrd="6" destOrd="0" presId="urn:microsoft.com/office/officeart/2005/8/layout/hierarchy4"/>
    <dgm:cxn modelId="{F08E4599-715C-44D5-82B2-03C9E8B04800}" type="presParOf" srcId="{F193DF7C-BBB4-493B-BDC1-A74C828A58B8}" destId="{9C345011-E390-4D19-AFF2-6A724FA52086}" srcOrd="0" destOrd="0" presId="urn:microsoft.com/office/officeart/2005/8/layout/hierarchy4"/>
    <dgm:cxn modelId="{DF8EA66D-50E2-4C68-8D69-12389F0247EC}" type="presParOf" srcId="{F193DF7C-BBB4-493B-BDC1-A74C828A58B8}" destId="{6220A3B3-0177-4EB5-81E5-08598CCDBC49}" srcOrd="1" destOrd="0" presId="urn:microsoft.com/office/officeart/2005/8/layout/hierarchy4"/>
    <dgm:cxn modelId="{EDE11572-276A-4A28-B0D1-5A5F28B62764}" type="presParOf" srcId="{9242C2D5-7355-4C18-A694-E6F65DB0D012}" destId="{84C655A7-EA5C-4581-91CF-65EF9359046E}" srcOrd="7" destOrd="0" presId="urn:microsoft.com/office/officeart/2005/8/layout/hierarchy4"/>
    <dgm:cxn modelId="{1881C995-9EE3-4605-A0FA-11E234FB46DE}" type="presParOf" srcId="{9242C2D5-7355-4C18-A694-E6F65DB0D012}" destId="{91BE56DD-0D4C-4E54-A9D8-2D0907A47659}" srcOrd="8" destOrd="0" presId="urn:microsoft.com/office/officeart/2005/8/layout/hierarchy4"/>
    <dgm:cxn modelId="{EBC076D2-8CAA-4948-8D14-D98F95DE3ABE}" type="presParOf" srcId="{91BE56DD-0D4C-4E54-A9D8-2D0907A47659}" destId="{1E3B1331-4B7A-4330-A687-12030B202356}" srcOrd="0" destOrd="0" presId="urn:microsoft.com/office/officeart/2005/8/layout/hierarchy4"/>
    <dgm:cxn modelId="{3A357B5A-FAEF-4C21-9626-B481655F7742}" type="presParOf" srcId="{91BE56DD-0D4C-4E54-A9D8-2D0907A47659}" destId="{60DD0825-FB29-46CB-BBA2-6ED04AFD531A}"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8E0C310-0601-4C04-9EFB-6B2D2887C654}"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es-PA"/>
        </a:p>
      </dgm:t>
    </dgm:pt>
    <dgm:pt modelId="{B53DE6AD-493C-456E-9895-E1644A7FABA3}">
      <dgm:prSet phldrT="[Texto]"/>
      <dgm:spPr/>
      <dgm:t>
        <a:bodyPr/>
        <a:lstStyle/>
        <a:p>
          <a:r>
            <a:rPr lang="es-ES" b="1" dirty="0"/>
            <a:t>php artisan make:crud</a:t>
          </a:r>
          <a:endParaRPr lang="es-PA" dirty="0"/>
        </a:p>
      </dgm:t>
    </dgm:pt>
    <dgm:pt modelId="{D6075E5F-EEBA-4D39-B8E7-6534D7D94A5B}" type="parTrans" cxnId="{945B0E8B-F964-45A3-BEC2-1106D71C244C}">
      <dgm:prSet/>
      <dgm:spPr/>
      <dgm:t>
        <a:bodyPr/>
        <a:lstStyle/>
        <a:p>
          <a:endParaRPr lang="es-PA"/>
        </a:p>
      </dgm:t>
    </dgm:pt>
    <dgm:pt modelId="{77AD5C78-27A9-45BD-A51F-A33AA24D869C}" type="sibTrans" cxnId="{945B0E8B-F964-45A3-BEC2-1106D71C244C}">
      <dgm:prSet/>
      <dgm:spPr/>
      <dgm:t>
        <a:bodyPr/>
        <a:lstStyle/>
        <a:p>
          <a:endParaRPr lang="es-PA"/>
        </a:p>
      </dgm:t>
    </dgm:pt>
    <dgm:pt modelId="{8F09CEC8-64D3-46E4-8522-BF12064E3CAA}">
      <dgm:prSet phldrT="[Texto]"/>
      <dgm:spPr/>
      <dgm:t>
        <a:bodyPr/>
        <a:lstStyle/>
        <a:p>
          <a:r>
            <a:rPr lang="es-ES" dirty="0"/>
            <a:t>Este es el comando personalizado (un </a:t>
          </a:r>
          <a:r>
            <a:rPr lang="es-ES" i="1" dirty="0"/>
            <a:t>Artisan </a:t>
          </a:r>
          <a:r>
            <a:rPr lang="es-ES" i="1" dirty="0" err="1"/>
            <a:t>command</a:t>
          </a:r>
          <a:r>
            <a:rPr lang="es-ES" dirty="0"/>
            <a:t>) que fue añadido por el paquete que instalaste</a:t>
          </a:r>
          <a:endParaRPr lang="es-PA" dirty="0"/>
        </a:p>
      </dgm:t>
    </dgm:pt>
    <dgm:pt modelId="{C52F8741-01E5-4517-9F20-562EAAD8C0F1}" type="parTrans" cxnId="{98C61892-BC0A-40A7-9E64-2B23E9D5F938}">
      <dgm:prSet/>
      <dgm:spPr/>
      <dgm:t>
        <a:bodyPr/>
        <a:lstStyle/>
        <a:p>
          <a:endParaRPr lang="es-PA"/>
        </a:p>
      </dgm:t>
    </dgm:pt>
    <dgm:pt modelId="{A3AB8EAF-4009-42A0-8133-52E7BB36670D}" type="sibTrans" cxnId="{98C61892-BC0A-40A7-9E64-2B23E9D5F938}">
      <dgm:prSet/>
      <dgm:spPr/>
      <dgm:t>
        <a:bodyPr/>
        <a:lstStyle/>
        <a:p>
          <a:endParaRPr lang="es-PA"/>
        </a:p>
      </dgm:t>
    </dgm:pt>
    <dgm:pt modelId="{0FAF46B3-9106-4830-99B3-B494998EE758}">
      <dgm:prSet phldrT="[Texto]"/>
      <dgm:spPr/>
      <dgm:t>
        <a:bodyPr/>
        <a:lstStyle/>
        <a:p>
          <a:r>
            <a:rPr lang="en-US" dirty="0">
              <a:latin typeface="Times New Roman" panose="02020603050405020304" pitchFamily="18" charset="0"/>
              <a:cs typeface="Times New Roman" panose="02020603050405020304" pitchFamily="18" charset="0"/>
            </a:rPr>
            <a:t>products</a:t>
          </a:r>
          <a:endParaRPr lang="es-PA" dirty="0"/>
        </a:p>
      </dgm:t>
    </dgm:pt>
    <dgm:pt modelId="{874CAA42-4E48-4001-8245-12A03F273900}" type="parTrans" cxnId="{9FDD3BB5-EF43-4A01-A875-F9EB5C4D6DE5}">
      <dgm:prSet/>
      <dgm:spPr/>
      <dgm:t>
        <a:bodyPr/>
        <a:lstStyle/>
        <a:p>
          <a:endParaRPr lang="es-PA"/>
        </a:p>
      </dgm:t>
    </dgm:pt>
    <dgm:pt modelId="{D8A998EA-0AE2-4E0A-B7A4-EDB24AE0B69B}" type="sibTrans" cxnId="{9FDD3BB5-EF43-4A01-A875-F9EB5C4D6DE5}">
      <dgm:prSet/>
      <dgm:spPr/>
      <dgm:t>
        <a:bodyPr/>
        <a:lstStyle/>
        <a:p>
          <a:endParaRPr lang="es-PA"/>
        </a:p>
      </dgm:t>
    </dgm:pt>
    <dgm:pt modelId="{EF0666C0-8707-4B04-B6C9-8E3121EE2731}">
      <dgm:prSet phldrT="[Texto]" phldr="0"/>
      <dgm:spPr/>
      <dgm:t>
        <a:bodyPr/>
        <a:lstStyle/>
        <a:p>
          <a:r>
            <a:rPr lang="es-PA" dirty="0"/>
            <a:t>Este argumento le dice al generador cuál es el nombre del recurso (típicamente el nombre de la tabla o el modelo) para el cual debe genera los archivos CRUD.</a:t>
          </a:r>
        </a:p>
      </dgm:t>
    </dgm:pt>
    <dgm:pt modelId="{314D0C85-9988-44DA-A910-89B8C117BA26}" type="parTrans" cxnId="{33F2D3D5-D27B-4E61-87E5-4B2311BE8229}">
      <dgm:prSet/>
      <dgm:spPr/>
      <dgm:t>
        <a:bodyPr/>
        <a:lstStyle/>
        <a:p>
          <a:endParaRPr lang="es-PA"/>
        </a:p>
      </dgm:t>
    </dgm:pt>
    <dgm:pt modelId="{096458D0-498B-4F5F-9A7C-8EA023E6089D}" type="sibTrans" cxnId="{33F2D3D5-D27B-4E61-87E5-4B2311BE8229}">
      <dgm:prSet/>
      <dgm:spPr/>
      <dgm:t>
        <a:bodyPr/>
        <a:lstStyle/>
        <a:p>
          <a:endParaRPr lang="es-PA"/>
        </a:p>
      </dgm:t>
    </dgm:pt>
    <dgm:pt modelId="{D3B3B628-3C29-4C82-B4AC-FF57B115D687}">
      <dgm:prSet phldrT="[Texto]" phldr="0"/>
      <dgm:spPr/>
      <dgm:t>
        <a:bodyPr/>
        <a:lstStyle/>
        <a:p>
          <a:r>
            <a:rPr lang="es-PA" dirty="0"/>
            <a:t>Resultado</a:t>
          </a:r>
        </a:p>
      </dgm:t>
    </dgm:pt>
    <dgm:pt modelId="{CF2741E7-C136-4F8F-B314-AE716AB72CAA}" type="parTrans" cxnId="{A75D745C-BE83-4810-8E19-5E97586B55B8}">
      <dgm:prSet/>
      <dgm:spPr/>
      <dgm:t>
        <a:bodyPr/>
        <a:lstStyle/>
        <a:p>
          <a:endParaRPr lang="es-PA"/>
        </a:p>
      </dgm:t>
    </dgm:pt>
    <dgm:pt modelId="{537982FD-F9E5-4061-8BBF-3C19F7957059}" type="sibTrans" cxnId="{A75D745C-BE83-4810-8E19-5E97586B55B8}">
      <dgm:prSet/>
      <dgm:spPr/>
      <dgm:t>
        <a:bodyPr/>
        <a:lstStyle/>
        <a:p>
          <a:endParaRPr lang="es-PA"/>
        </a:p>
      </dgm:t>
    </dgm:pt>
    <dgm:pt modelId="{FA59FA0F-8B43-4FAF-94A3-B23E7BE76E8A}">
      <dgm:prSet phldrT="[Texto]" phldr="0"/>
      <dgm:spPr/>
      <dgm:t>
        <a:bodyPr/>
        <a:lstStyle/>
        <a:p>
          <a:r>
            <a:rPr lang="es-PA" dirty="0"/>
            <a:t>Al ejecutar este comando, el generador automáticamente crea varios archivos por ti (Modelo, Controlador, Solicitudes, Vistas, Rutas) basándose en el nombre  products.</a:t>
          </a:r>
        </a:p>
      </dgm:t>
    </dgm:pt>
    <dgm:pt modelId="{9C4E70D7-2EF4-4E85-9A7D-BF4B41D4D9FF}" type="parTrans" cxnId="{F4A75BA5-FECD-42C1-9B44-A08F8F40487D}">
      <dgm:prSet/>
      <dgm:spPr/>
      <dgm:t>
        <a:bodyPr/>
        <a:lstStyle/>
        <a:p>
          <a:endParaRPr lang="es-PA"/>
        </a:p>
      </dgm:t>
    </dgm:pt>
    <dgm:pt modelId="{7D706944-AC92-4AA4-BFA0-6CF1F7D02F80}" type="sibTrans" cxnId="{F4A75BA5-FECD-42C1-9B44-A08F8F40487D}">
      <dgm:prSet/>
      <dgm:spPr/>
      <dgm:t>
        <a:bodyPr/>
        <a:lstStyle/>
        <a:p>
          <a:endParaRPr lang="es-PA"/>
        </a:p>
      </dgm:t>
    </dgm:pt>
    <dgm:pt modelId="{2BE3313A-C6F2-434B-8336-9DCF1A9C9883}" type="pres">
      <dgm:prSet presAssocID="{B8E0C310-0601-4C04-9EFB-6B2D2887C654}" presName="Name0" presStyleCnt="0">
        <dgm:presLayoutVars>
          <dgm:dir/>
          <dgm:animLvl val="lvl"/>
          <dgm:resizeHandles val="exact"/>
        </dgm:presLayoutVars>
      </dgm:prSet>
      <dgm:spPr/>
    </dgm:pt>
    <dgm:pt modelId="{A306B3D9-96FC-4F60-A22B-B6E28C3AC06D}" type="pres">
      <dgm:prSet presAssocID="{B53DE6AD-493C-456E-9895-E1644A7FABA3}" presName="composite" presStyleCnt="0"/>
      <dgm:spPr/>
    </dgm:pt>
    <dgm:pt modelId="{F79F6E7F-8A90-48B8-9C39-D640E624A186}" type="pres">
      <dgm:prSet presAssocID="{B53DE6AD-493C-456E-9895-E1644A7FABA3}" presName="parTx" presStyleLbl="alignNode1" presStyleIdx="0" presStyleCnt="3">
        <dgm:presLayoutVars>
          <dgm:chMax val="0"/>
          <dgm:chPref val="0"/>
          <dgm:bulletEnabled val="1"/>
        </dgm:presLayoutVars>
      </dgm:prSet>
      <dgm:spPr/>
    </dgm:pt>
    <dgm:pt modelId="{9A8AAF68-5B19-4E65-8474-309D53D69AF5}" type="pres">
      <dgm:prSet presAssocID="{B53DE6AD-493C-456E-9895-E1644A7FABA3}" presName="desTx" presStyleLbl="alignAccFollowNode1" presStyleIdx="0" presStyleCnt="3">
        <dgm:presLayoutVars>
          <dgm:bulletEnabled val="1"/>
        </dgm:presLayoutVars>
      </dgm:prSet>
      <dgm:spPr/>
    </dgm:pt>
    <dgm:pt modelId="{DE729B84-2E6D-49C3-9364-134AFCBD98E6}" type="pres">
      <dgm:prSet presAssocID="{77AD5C78-27A9-45BD-A51F-A33AA24D869C}" presName="space" presStyleCnt="0"/>
      <dgm:spPr/>
    </dgm:pt>
    <dgm:pt modelId="{0D812CC6-14D3-463E-BCFA-986927BB3569}" type="pres">
      <dgm:prSet presAssocID="{0FAF46B3-9106-4830-99B3-B494998EE758}" presName="composite" presStyleCnt="0"/>
      <dgm:spPr/>
    </dgm:pt>
    <dgm:pt modelId="{68AF7900-CB63-4961-824F-25C7B8F36570}" type="pres">
      <dgm:prSet presAssocID="{0FAF46B3-9106-4830-99B3-B494998EE758}" presName="parTx" presStyleLbl="alignNode1" presStyleIdx="1" presStyleCnt="3">
        <dgm:presLayoutVars>
          <dgm:chMax val="0"/>
          <dgm:chPref val="0"/>
          <dgm:bulletEnabled val="1"/>
        </dgm:presLayoutVars>
      </dgm:prSet>
      <dgm:spPr/>
    </dgm:pt>
    <dgm:pt modelId="{CF47D1C8-0AD6-45DF-B773-BC54E3E30ADF}" type="pres">
      <dgm:prSet presAssocID="{0FAF46B3-9106-4830-99B3-B494998EE758}" presName="desTx" presStyleLbl="alignAccFollowNode1" presStyleIdx="1" presStyleCnt="3">
        <dgm:presLayoutVars>
          <dgm:bulletEnabled val="1"/>
        </dgm:presLayoutVars>
      </dgm:prSet>
      <dgm:spPr/>
    </dgm:pt>
    <dgm:pt modelId="{74351712-362A-41CA-B63E-32DA79D8F7E5}" type="pres">
      <dgm:prSet presAssocID="{D8A998EA-0AE2-4E0A-B7A4-EDB24AE0B69B}" presName="space" presStyleCnt="0"/>
      <dgm:spPr/>
    </dgm:pt>
    <dgm:pt modelId="{CBC56564-3381-4B55-B253-DBE239320B0D}" type="pres">
      <dgm:prSet presAssocID="{D3B3B628-3C29-4C82-B4AC-FF57B115D687}" presName="composite" presStyleCnt="0"/>
      <dgm:spPr/>
    </dgm:pt>
    <dgm:pt modelId="{90098960-230A-4CAC-BA72-73B0DFF5B9F7}" type="pres">
      <dgm:prSet presAssocID="{D3B3B628-3C29-4C82-B4AC-FF57B115D687}" presName="parTx" presStyleLbl="alignNode1" presStyleIdx="2" presStyleCnt="3">
        <dgm:presLayoutVars>
          <dgm:chMax val="0"/>
          <dgm:chPref val="0"/>
          <dgm:bulletEnabled val="1"/>
        </dgm:presLayoutVars>
      </dgm:prSet>
      <dgm:spPr/>
    </dgm:pt>
    <dgm:pt modelId="{901BD502-6EC1-42AF-B745-9C269910CCA4}" type="pres">
      <dgm:prSet presAssocID="{D3B3B628-3C29-4C82-B4AC-FF57B115D687}" presName="desTx" presStyleLbl="alignAccFollowNode1" presStyleIdx="2" presStyleCnt="3">
        <dgm:presLayoutVars>
          <dgm:bulletEnabled val="1"/>
        </dgm:presLayoutVars>
      </dgm:prSet>
      <dgm:spPr/>
    </dgm:pt>
  </dgm:ptLst>
  <dgm:cxnLst>
    <dgm:cxn modelId="{06DD160E-9184-407F-8F38-F8CD6A170A1B}" type="presOf" srcId="{D3B3B628-3C29-4C82-B4AC-FF57B115D687}" destId="{90098960-230A-4CAC-BA72-73B0DFF5B9F7}" srcOrd="0" destOrd="0" presId="urn:microsoft.com/office/officeart/2005/8/layout/hList1"/>
    <dgm:cxn modelId="{A75D745C-BE83-4810-8E19-5E97586B55B8}" srcId="{B8E0C310-0601-4C04-9EFB-6B2D2887C654}" destId="{D3B3B628-3C29-4C82-B4AC-FF57B115D687}" srcOrd="2" destOrd="0" parTransId="{CF2741E7-C136-4F8F-B314-AE716AB72CAA}" sibTransId="{537982FD-F9E5-4061-8BBF-3C19F7957059}"/>
    <dgm:cxn modelId="{9C2E2763-8B11-41D0-83BB-13CC4EC6883E}" type="presOf" srcId="{B8E0C310-0601-4C04-9EFB-6B2D2887C654}" destId="{2BE3313A-C6F2-434B-8336-9DCF1A9C9883}" srcOrd="0" destOrd="0" presId="urn:microsoft.com/office/officeart/2005/8/layout/hList1"/>
    <dgm:cxn modelId="{945B0E8B-F964-45A3-BEC2-1106D71C244C}" srcId="{B8E0C310-0601-4C04-9EFB-6B2D2887C654}" destId="{B53DE6AD-493C-456E-9895-E1644A7FABA3}" srcOrd="0" destOrd="0" parTransId="{D6075E5F-EEBA-4D39-B8E7-6534D7D94A5B}" sibTransId="{77AD5C78-27A9-45BD-A51F-A33AA24D869C}"/>
    <dgm:cxn modelId="{CC954B8B-BA51-4C31-A2DD-7546AAC9816F}" type="presOf" srcId="{0FAF46B3-9106-4830-99B3-B494998EE758}" destId="{68AF7900-CB63-4961-824F-25C7B8F36570}" srcOrd="0" destOrd="0" presId="urn:microsoft.com/office/officeart/2005/8/layout/hList1"/>
    <dgm:cxn modelId="{98C61892-BC0A-40A7-9E64-2B23E9D5F938}" srcId="{B53DE6AD-493C-456E-9895-E1644A7FABA3}" destId="{8F09CEC8-64D3-46E4-8522-BF12064E3CAA}" srcOrd="0" destOrd="0" parTransId="{C52F8741-01E5-4517-9F20-562EAAD8C0F1}" sibTransId="{A3AB8EAF-4009-42A0-8133-52E7BB36670D}"/>
    <dgm:cxn modelId="{6EAB16A4-D84D-498A-A837-3507E63DE160}" type="presOf" srcId="{8F09CEC8-64D3-46E4-8522-BF12064E3CAA}" destId="{9A8AAF68-5B19-4E65-8474-309D53D69AF5}" srcOrd="0" destOrd="0" presId="urn:microsoft.com/office/officeart/2005/8/layout/hList1"/>
    <dgm:cxn modelId="{F4A75BA5-FECD-42C1-9B44-A08F8F40487D}" srcId="{D3B3B628-3C29-4C82-B4AC-FF57B115D687}" destId="{FA59FA0F-8B43-4FAF-94A3-B23E7BE76E8A}" srcOrd="0" destOrd="0" parTransId="{9C4E70D7-2EF4-4E85-9A7D-BF4B41D4D9FF}" sibTransId="{7D706944-AC92-4AA4-BFA0-6CF1F7D02F80}"/>
    <dgm:cxn modelId="{30894EB2-5B34-4189-AFA2-F501B4ECDD60}" type="presOf" srcId="{FA59FA0F-8B43-4FAF-94A3-B23E7BE76E8A}" destId="{901BD502-6EC1-42AF-B745-9C269910CCA4}" srcOrd="0" destOrd="0" presId="urn:microsoft.com/office/officeart/2005/8/layout/hList1"/>
    <dgm:cxn modelId="{9FDD3BB5-EF43-4A01-A875-F9EB5C4D6DE5}" srcId="{B8E0C310-0601-4C04-9EFB-6B2D2887C654}" destId="{0FAF46B3-9106-4830-99B3-B494998EE758}" srcOrd="1" destOrd="0" parTransId="{874CAA42-4E48-4001-8245-12A03F273900}" sibTransId="{D8A998EA-0AE2-4E0A-B7A4-EDB24AE0B69B}"/>
    <dgm:cxn modelId="{33F2D3D5-D27B-4E61-87E5-4B2311BE8229}" srcId="{0FAF46B3-9106-4830-99B3-B494998EE758}" destId="{EF0666C0-8707-4B04-B6C9-8E3121EE2731}" srcOrd="0" destOrd="0" parTransId="{314D0C85-9988-44DA-A910-89B8C117BA26}" sibTransId="{096458D0-498B-4F5F-9A7C-8EA023E6089D}"/>
    <dgm:cxn modelId="{7BD3DBD8-3174-450B-8E0C-6EB591076792}" type="presOf" srcId="{B53DE6AD-493C-456E-9895-E1644A7FABA3}" destId="{F79F6E7F-8A90-48B8-9C39-D640E624A186}" srcOrd="0" destOrd="0" presId="urn:microsoft.com/office/officeart/2005/8/layout/hList1"/>
    <dgm:cxn modelId="{E8AB5CFE-5DA7-4046-BA2C-1572A266DC90}" type="presOf" srcId="{EF0666C0-8707-4B04-B6C9-8E3121EE2731}" destId="{CF47D1C8-0AD6-45DF-B773-BC54E3E30ADF}" srcOrd="0" destOrd="0" presId="urn:microsoft.com/office/officeart/2005/8/layout/hList1"/>
    <dgm:cxn modelId="{02A7D3A3-1A3E-45E6-BCA6-DC9F2AE7B39C}" type="presParOf" srcId="{2BE3313A-C6F2-434B-8336-9DCF1A9C9883}" destId="{A306B3D9-96FC-4F60-A22B-B6E28C3AC06D}" srcOrd="0" destOrd="0" presId="urn:microsoft.com/office/officeart/2005/8/layout/hList1"/>
    <dgm:cxn modelId="{68522725-348F-477D-8FB7-AD10C4686756}" type="presParOf" srcId="{A306B3D9-96FC-4F60-A22B-B6E28C3AC06D}" destId="{F79F6E7F-8A90-48B8-9C39-D640E624A186}" srcOrd="0" destOrd="0" presId="urn:microsoft.com/office/officeart/2005/8/layout/hList1"/>
    <dgm:cxn modelId="{ADC40872-5409-4174-90B5-9D9ACD4C8D35}" type="presParOf" srcId="{A306B3D9-96FC-4F60-A22B-B6E28C3AC06D}" destId="{9A8AAF68-5B19-4E65-8474-309D53D69AF5}" srcOrd="1" destOrd="0" presId="urn:microsoft.com/office/officeart/2005/8/layout/hList1"/>
    <dgm:cxn modelId="{3667CC60-F533-48A3-B773-5C046E4894EB}" type="presParOf" srcId="{2BE3313A-C6F2-434B-8336-9DCF1A9C9883}" destId="{DE729B84-2E6D-49C3-9364-134AFCBD98E6}" srcOrd="1" destOrd="0" presId="urn:microsoft.com/office/officeart/2005/8/layout/hList1"/>
    <dgm:cxn modelId="{CA73F3B2-9C1E-447E-91EB-64AB71B8924D}" type="presParOf" srcId="{2BE3313A-C6F2-434B-8336-9DCF1A9C9883}" destId="{0D812CC6-14D3-463E-BCFA-986927BB3569}" srcOrd="2" destOrd="0" presId="urn:microsoft.com/office/officeart/2005/8/layout/hList1"/>
    <dgm:cxn modelId="{E7A3E52C-86B2-4CCE-8C5F-3695DBF6150B}" type="presParOf" srcId="{0D812CC6-14D3-463E-BCFA-986927BB3569}" destId="{68AF7900-CB63-4961-824F-25C7B8F36570}" srcOrd="0" destOrd="0" presId="urn:microsoft.com/office/officeart/2005/8/layout/hList1"/>
    <dgm:cxn modelId="{F0758423-9419-4EEF-B30D-301A6682C146}" type="presParOf" srcId="{0D812CC6-14D3-463E-BCFA-986927BB3569}" destId="{CF47D1C8-0AD6-45DF-B773-BC54E3E30ADF}" srcOrd="1" destOrd="0" presId="urn:microsoft.com/office/officeart/2005/8/layout/hList1"/>
    <dgm:cxn modelId="{DB603685-419F-4C6E-83BA-539A1C54DCFE}" type="presParOf" srcId="{2BE3313A-C6F2-434B-8336-9DCF1A9C9883}" destId="{74351712-362A-41CA-B63E-32DA79D8F7E5}" srcOrd="3" destOrd="0" presId="urn:microsoft.com/office/officeart/2005/8/layout/hList1"/>
    <dgm:cxn modelId="{80146E43-C8E5-4A87-87CC-118335387F29}" type="presParOf" srcId="{2BE3313A-C6F2-434B-8336-9DCF1A9C9883}" destId="{CBC56564-3381-4B55-B253-DBE239320B0D}" srcOrd="4" destOrd="0" presId="urn:microsoft.com/office/officeart/2005/8/layout/hList1"/>
    <dgm:cxn modelId="{698A64F0-E28E-4348-80B3-D9A6EF512DF8}" type="presParOf" srcId="{CBC56564-3381-4B55-B253-DBE239320B0D}" destId="{90098960-230A-4CAC-BA72-73B0DFF5B9F7}" srcOrd="0" destOrd="0" presId="urn:microsoft.com/office/officeart/2005/8/layout/hList1"/>
    <dgm:cxn modelId="{A3116526-24BE-4A9F-94AB-5C31615E19C3}" type="presParOf" srcId="{CBC56564-3381-4B55-B253-DBE239320B0D}" destId="{901BD502-6EC1-42AF-B745-9C269910CCA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080C3A-5B3B-4B89-917E-5FBA97BB759E}" type="doc">
      <dgm:prSet loTypeId="urn:microsoft.com/office/officeart/2005/8/layout/vList2" loCatId="list" qsTypeId="urn:microsoft.com/office/officeart/2005/8/quickstyle/simple4" qsCatId="simple" csTypeId="urn:microsoft.com/office/officeart/2005/8/colors/colorful2" csCatId="colorful" phldr="1"/>
      <dgm:spPr/>
      <dgm:t>
        <a:bodyPr/>
        <a:lstStyle/>
        <a:p>
          <a:endParaRPr lang="en-US"/>
        </a:p>
      </dgm:t>
    </dgm:pt>
    <dgm:pt modelId="{91A054C2-7EBE-4696-9CB8-56D35697E97D}">
      <dgm:prSet/>
      <dgm:spPr/>
      <dgm:t>
        <a:bodyPr/>
        <a:lstStyle/>
        <a:p>
          <a:r>
            <a:rPr lang="es-PA" dirty="0" err="1"/>
            <a:t>composer</a:t>
          </a:r>
          <a:r>
            <a:rPr lang="es-PA" dirty="0"/>
            <a:t> require laravel/ui --dev</a:t>
          </a:r>
          <a:endParaRPr lang="en-US" dirty="0"/>
        </a:p>
      </dgm:t>
    </dgm:pt>
    <dgm:pt modelId="{4CF392DF-BF65-40EB-841B-5D4614C94D7E}" type="parTrans" cxnId="{01BB5FF3-21E2-40FA-ACC4-899001F5555C}">
      <dgm:prSet/>
      <dgm:spPr/>
      <dgm:t>
        <a:bodyPr/>
        <a:lstStyle/>
        <a:p>
          <a:endParaRPr lang="en-US"/>
        </a:p>
      </dgm:t>
    </dgm:pt>
    <dgm:pt modelId="{C2339F06-ABCB-40A9-8430-D228AAD5C9E8}" type="sibTrans" cxnId="{01BB5FF3-21E2-40FA-ACC4-899001F5555C}">
      <dgm:prSet/>
      <dgm:spPr/>
      <dgm:t>
        <a:bodyPr/>
        <a:lstStyle/>
        <a:p>
          <a:endParaRPr lang="en-US"/>
        </a:p>
      </dgm:t>
    </dgm:pt>
    <dgm:pt modelId="{9CA2E64E-3DC7-40EC-87B0-C887FDD08A58}">
      <dgm:prSet/>
      <dgm:spPr/>
      <dgm:t>
        <a:bodyPr/>
        <a:lstStyle/>
        <a:p>
          <a:r>
            <a:rPr lang="es-PA" dirty="0"/>
            <a:t>🟢 --dev → se queda en desarrollo (recomendado).</a:t>
          </a:r>
          <a:endParaRPr lang="en-US" dirty="0"/>
        </a:p>
      </dgm:t>
    </dgm:pt>
    <dgm:pt modelId="{1D0AE404-1A55-483C-B436-5197F4199043}" type="parTrans" cxnId="{58A77D62-9882-4AA1-9980-AF5AB11E0097}">
      <dgm:prSet/>
      <dgm:spPr/>
      <dgm:t>
        <a:bodyPr/>
        <a:lstStyle/>
        <a:p>
          <a:endParaRPr lang="en-US"/>
        </a:p>
      </dgm:t>
    </dgm:pt>
    <dgm:pt modelId="{AF460229-2FE3-435D-A398-C7B57270C196}" type="sibTrans" cxnId="{58A77D62-9882-4AA1-9980-AF5AB11E0097}">
      <dgm:prSet/>
      <dgm:spPr/>
      <dgm:t>
        <a:bodyPr/>
        <a:lstStyle/>
        <a:p>
          <a:endParaRPr lang="en-US"/>
        </a:p>
      </dgm:t>
    </dgm:pt>
    <dgm:pt modelId="{D4053E5B-90FD-4C9E-A858-1AA07A5A4F2C}">
      <dgm:prSet/>
      <dgm:spPr/>
      <dgm:t>
        <a:bodyPr/>
        <a:lstStyle/>
        <a:p>
          <a:r>
            <a:rPr lang="en-US" dirty="0" err="1"/>
            <a:t>php</a:t>
          </a:r>
          <a:r>
            <a:rPr lang="en-US" dirty="0"/>
            <a:t> artisan </a:t>
          </a:r>
          <a:r>
            <a:rPr lang="en-US" dirty="0" err="1"/>
            <a:t>ui</a:t>
          </a:r>
          <a:r>
            <a:rPr lang="en-US" dirty="0"/>
            <a:t> bootstrap</a:t>
          </a:r>
        </a:p>
      </dgm:t>
    </dgm:pt>
    <dgm:pt modelId="{FC7D274A-672D-462E-A291-2DE2B00B979E}" type="parTrans" cxnId="{F96F1FE4-D7A3-4A6C-8144-62C8535F5828}">
      <dgm:prSet/>
      <dgm:spPr/>
      <dgm:t>
        <a:bodyPr/>
        <a:lstStyle/>
        <a:p>
          <a:endParaRPr lang="en-US"/>
        </a:p>
      </dgm:t>
    </dgm:pt>
    <dgm:pt modelId="{022E1B1E-A505-4FE1-998F-25560CEE37E8}" type="sibTrans" cxnId="{F96F1FE4-D7A3-4A6C-8144-62C8535F5828}">
      <dgm:prSet/>
      <dgm:spPr/>
      <dgm:t>
        <a:bodyPr/>
        <a:lstStyle/>
        <a:p>
          <a:endParaRPr lang="en-US"/>
        </a:p>
      </dgm:t>
    </dgm:pt>
    <dgm:pt modelId="{515731D7-C620-4234-9F05-688A185AECE6}">
      <dgm:prSet/>
      <dgm:spPr/>
      <dgm:t>
        <a:bodyPr/>
        <a:lstStyle/>
        <a:p>
          <a:r>
            <a:rPr lang="en-US" dirty="0" err="1"/>
            <a:t>php</a:t>
          </a:r>
          <a:r>
            <a:rPr lang="en-US" dirty="0"/>
            <a:t> artisan </a:t>
          </a:r>
          <a:r>
            <a:rPr lang="en-US" dirty="0" err="1"/>
            <a:t>ui</a:t>
          </a:r>
          <a:r>
            <a:rPr lang="en-US" dirty="0"/>
            <a:t> bootstrap --auth</a:t>
          </a:r>
        </a:p>
      </dgm:t>
    </dgm:pt>
    <dgm:pt modelId="{0DEB5003-8B79-431B-A913-3D605D72652D}" type="parTrans" cxnId="{83588900-220C-4E94-AB9C-6E9C012A0D9D}">
      <dgm:prSet/>
      <dgm:spPr/>
      <dgm:t>
        <a:bodyPr/>
        <a:lstStyle/>
        <a:p>
          <a:endParaRPr lang="en-US"/>
        </a:p>
      </dgm:t>
    </dgm:pt>
    <dgm:pt modelId="{60F352E5-E1FD-4653-938C-F65A436CFB87}" type="sibTrans" cxnId="{83588900-220C-4E94-AB9C-6E9C012A0D9D}">
      <dgm:prSet/>
      <dgm:spPr/>
      <dgm:t>
        <a:bodyPr/>
        <a:lstStyle/>
        <a:p>
          <a:endParaRPr lang="en-US"/>
        </a:p>
      </dgm:t>
    </dgm:pt>
    <dgm:pt modelId="{74831C8D-E66C-4E8D-8576-AEB9470D84D8}">
      <dgm:prSet/>
      <dgm:spPr/>
      <dgm:t>
        <a:bodyPr/>
        <a:lstStyle/>
        <a:p>
          <a:r>
            <a:rPr lang="en-US" dirty="0" err="1"/>
            <a:t>Npm</a:t>
          </a:r>
          <a:r>
            <a:rPr lang="en-US" dirty="0"/>
            <a:t> run </a:t>
          </a:r>
          <a:r>
            <a:rPr lang="en-US" dirty="0" err="1"/>
            <a:t>buid</a:t>
          </a:r>
          <a:endParaRPr lang="en-US" dirty="0"/>
        </a:p>
      </dgm:t>
    </dgm:pt>
    <dgm:pt modelId="{D96E19D0-BAE6-4371-B33C-9F71FA896778}" type="parTrans" cxnId="{1B549C9A-5132-4E8C-BEC3-3B9864507309}">
      <dgm:prSet/>
      <dgm:spPr/>
      <dgm:t>
        <a:bodyPr/>
        <a:lstStyle/>
        <a:p>
          <a:endParaRPr lang="en-US"/>
        </a:p>
      </dgm:t>
    </dgm:pt>
    <dgm:pt modelId="{394742E8-687A-4AD1-9730-EEB1E2E90303}" type="sibTrans" cxnId="{1B549C9A-5132-4E8C-BEC3-3B9864507309}">
      <dgm:prSet/>
      <dgm:spPr/>
      <dgm:t>
        <a:bodyPr/>
        <a:lstStyle/>
        <a:p>
          <a:endParaRPr lang="en-US"/>
        </a:p>
      </dgm:t>
    </dgm:pt>
    <dgm:pt modelId="{8A348B4F-86D8-4628-888E-7ECA2EAEBF65}" type="pres">
      <dgm:prSet presAssocID="{37080C3A-5B3B-4B89-917E-5FBA97BB759E}" presName="linear" presStyleCnt="0">
        <dgm:presLayoutVars>
          <dgm:animLvl val="lvl"/>
          <dgm:resizeHandles val="exact"/>
        </dgm:presLayoutVars>
      </dgm:prSet>
      <dgm:spPr/>
    </dgm:pt>
    <dgm:pt modelId="{79B98652-A6C4-4629-9A45-433F9402CE07}" type="pres">
      <dgm:prSet presAssocID="{91A054C2-7EBE-4696-9CB8-56D35697E97D}" presName="parentText" presStyleLbl="node1" presStyleIdx="0" presStyleCnt="5">
        <dgm:presLayoutVars>
          <dgm:chMax val="0"/>
          <dgm:bulletEnabled val="1"/>
        </dgm:presLayoutVars>
      </dgm:prSet>
      <dgm:spPr/>
    </dgm:pt>
    <dgm:pt modelId="{53082C03-840F-41E0-A9D4-62E6B13AC183}" type="pres">
      <dgm:prSet presAssocID="{C2339F06-ABCB-40A9-8430-D228AAD5C9E8}" presName="spacer" presStyleCnt="0"/>
      <dgm:spPr/>
    </dgm:pt>
    <dgm:pt modelId="{32CEBCD2-8C99-4A40-8C19-6FF9CD855AB5}" type="pres">
      <dgm:prSet presAssocID="{9CA2E64E-3DC7-40EC-87B0-C887FDD08A58}" presName="parentText" presStyleLbl="node1" presStyleIdx="1" presStyleCnt="5">
        <dgm:presLayoutVars>
          <dgm:chMax val="0"/>
          <dgm:bulletEnabled val="1"/>
        </dgm:presLayoutVars>
      </dgm:prSet>
      <dgm:spPr/>
    </dgm:pt>
    <dgm:pt modelId="{ECFF92BB-3CB8-4543-83DA-170BFA2B40C3}" type="pres">
      <dgm:prSet presAssocID="{AF460229-2FE3-435D-A398-C7B57270C196}" presName="spacer" presStyleCnt="0"/>
      <dgm:spPr/>
    </dgm:pt>
    <dgm:pt modelId="{C46CD48C-3FFC-4B7A-89B7-9DC1615476BF}" type="pres">
      <dgm:prSet presAssocID="{D4053E5B-90FD-4C9E-A858-1AA07A5A4F2C}" presName="parentText" presStyleLbl="node1" presStyleIdx="2" presStyleCnt="5">
        <dgm:presLayoutVars>
          <dgm:chMax val="0"/>
          <dgm:bulletEnabled val="1"/>
        </dgm:presLayoutVars>
      </dgm:prSet>
      <dgm:spPr/>
    </dgm:pt>
    <dgm:pt modelId="{37098339-5D42-4381-BBCD-8B7F288DC621}" type="pres">
      <dgm:prSet presAssocID="{022E1B1E-A505-4FE1-998F-25560CEE37E8}" presName="spacer" presStyleCnt="0"/>
      <dgm:spPr/>
    </dgm:pt>
    <dgm:pt modelId="{A674A5FE-DD2C-470C-BF16-D3DD34E0A229}" type="pres">
      <dgm:prSet presAssocID="{515731D7-C620-4234-9F05-688A185AECE6}" presName="parentText" presStyleLbl="node1" presStyleIdx="3" presStyleCnt="5">
        <dgm:presLayoutVars>
          <dgm:chMax val="0"/>
          <dgm:bulletEnabled val="1"/>
        </dgm:presLayoutVars>
      </dgm:prSet>
      <dgm:spPr/>
    </dgm:pt>
    <dgm:pt modelId="{FF00B915-4961-43C9-9189-97465091F3B5}" type="pres">
      <dgm:prSet presAssocID="{60F352E5-E1FD-4653-938C-F65A436CFB87}" presName="spacer" presStyleCnt="0"/>
      <dgm:spPr/>
    </dgm:pt>
    <dgm:pt modelId="{6C422663-A1F5-422B-BA08-36557D5FFFF9}" type="pres">
      <dgm:prSet presAssocID="{74831C8D-E66C-4E8D-8576-AEB9470D84D8}" presName="parentText" presStyleLbl="node1" presStyleIdx="4" presStyleCnt="5">
        <dgm:presLayoutVars>
          <dgm:chMax val="0"/>
          <dgm:bulletEnabled val="1"/>
        </dgm:presLayoutVars>
      </dgm:prSet>
      <dgm:spPr/>
    </dgm:pt>
  </dgm:ptLst>
  <dgm:cxnLst>
    <dgm:cxn modelId="{83588900-220C-4E94-AB9C-6E9C012A0D9D}" srcId="{37080C3A-5B3B-4B89-917E-5FBA97BB759E}" destId="{515731D7-C620-4234-9F05-688A185AECE6}" srcOrd="3" destOrd="0" parTransId="{0DEB5003-8B79-431B-A913-3D605D72652D}" sibTransId="{60F352E5-E1FD-4653-938C-F65A436CFB87}"/>
    <dgm:cxn modelId="{68626D1E-C9F0-497A-A609-A1557B6398D5}" type="presOf" srcId="{74831C8D-E66C-4E8D-8576-AEB9470D84D8}" destId="{6C422663-A1F5-422B-BA08-36557D5FFFF9}" srcOrd="0" destOrd="0" presId="urn:microsoft.com/office/officeart/2005/8/layout/vList2"/>
    <dgm:cxn modelId="{58A77D62-9882-4AA1-9980-AF5AB11E0097}" srcId="{37080C3A-5B3B-4B89-917E-5FBA97BB759E}" destId="{9CA2E64E-3DC7-40EC-87B0-C887FDD08A58}" srcOrd="1" destOrd="0" parTransId="{1D0AE404-1A55-483C-B436-5197F4199043}" sibTransId="{AF460229-2FE3-435D-A398-C7B57270C196}"/>
    <dgm:cxn modelId="{18463D47-C3D0-462A-91DB-4B214EA12C2D}" type="presOf" srcId="{515731D7-C620-4234-9F05-688A185AECE6}" destId="{A674A5FE-DD2C-470C-BF16-D3DD34E0A229}" srcOrd="0" destOrd="0" presId="urn:microsoft.com/office/officeart/2005/8/layout/vList2"/>
    <dgm:cxn modelId="{1B549C9A-5132-4E8C-BEC3-3B9864507309}" srcId="{37080C3A-5B3B-4B89-917E-5FBA97BB759E}" destId="{74831C8D-E66C-4E8D-8576-AEB9470D84D8}" srcOrd="4" destOrd="0" parTransId="{D96E19D0-BAE6-4371-B33C-9F71FA896778}" sibTransId="{394742E8-687A-4AD1-9730-EEB1E2E90303}"/>
    <dgm:cxn modelId="{57A344A3-87C3-4B08-B2C6-DDD280B6A079}" type="presOf" srcId="{9CA2E64E-3DC7-40EC-87B0-C887FDD08A58}" destId="{32CEBCD2-8C99-4A40-8C19-6FF9CD855AB5}" srcOrd="0" destOrd="0" presId="urn:microsoft.com/office/officeart/2005/8/layout/vList2"/>
    <dgm:cxn modelId="{5BB988AC-BE95-4258-B90F-7DADF61DE88A}" type="presOf" srcId="{37080C3A-5B3B-4B89-917E-5FBA97BB759E}" destId="{8A348B4F-86D8-4628-888E-7ECA2EAEBF65}" srcOrd="0" destOrd="0" presId="urn:microsoft.com/office/officeart/2005/8/layout/vList2"/>
    <dgm:cxn modelId="{ABAF52D3-6475-48E2-80E2-A27B2C0BB6BF}" type="presOf" srcId="{91A054C2-7EBE-4696-9CB8-56D35697E97D}" destId="{79B98652-A6C4-4629-9A45-433F9402CE07}" srcOrd="0" destOrd="0" presId="urn:microsoft.com/office/officeart/2005/8/layout/vList2"/>
    <dgm:cxn modelId="{39E42FDD-FFBB-4E2C-9C29-3FC614DAA073}" type="presOf" srcId="{D4053E5B-90FD-4C9E-A858-1AA07A5A4F2C}" destId="{C46CD48C-3FFC-4B7A-89B7-9DC1615476BF}" srcOrd="0" destOrd="0" presId="urn:microsoft.com/office/officeart/2005/8/layout/vList2"/>
    <dgm:cxn modelId="{F96F1FE4-D7A3-4A6C-8144-62C8535F5828}" srcId="{37080C3A-5B3B-4B89-917E-5FBA97BB759E}" destId="{D4053E5B-90FD-4C9E-A858-1AA07A5A4F2C}" srcOrd="2" destOrd="0" parTransId="{FC7D274A-672D-462E-A291-2DE2B00B979E}" sibTransId="{022E1B1E-A505-4FE1-998F-25560CEE37E8}"/>
    <dgm:cxn modelId="{01BB5FF3-21E2-40FA-ACC4-899001F5555C}" srcId="{37080C3A-5B3B-4B89-917E-5FBA97BB759E}" destId="{91A054C2-7EBE-4696-9CB8-56D35697E97D}" srcOrd="0" destOrd="0" parTransId="{4CF392DF-BF65-40EB-841B-5D4614C94D7E}" sibTransId="{C2339F06-ABCB-40A9-8430-D228AAD5C9E8}"/>
    <dgm:cxn modelId="{C47C29C7-092F-4DF2-9C2A-0F190AFB24AB}" type="presParOf" srcId="{8A348B4F-86D8-4628-888E-7ECA2EAEBF65}" destId="{79B98652-A6C4-4629-9A45-433F9402CE07}" srcOrd="0" destOrd="0" presId="urn:microsoft.com/office/officeart/2005/8/layout/vList2"/>
    <dgm:cxn modelId="{97AD9902-AFF6-4297-86F3-072BA8ED699F}" type="presParOf" srcId="{8A348B4F-86D8-4628-888E-7ECA2EAEBF65}" destId="{53082C03-840F-41E0-A9D4-62E6B13AC183}" srcOrd="1" destOrd="0" presId="urn:microsoft.com/office/officeart/2005/8/layout/vList2"/>
    <dgm:cxn modelId="{F908B084-5699-427C-8274-1F3E492790FB}" type="presParOf" srcId="{8A348B4F-86D8-4628-888E-7ECA2EAEBF65}" destId="{32CEBCD2-8C99-4A40-8C19-6FF9CD855AB5}" srcOrd="2" destOrd="0" presId="urn:microsoft.com/office/officeart/2005/8/layout/vList2"/>
    <dgm:cxn modelId="{52DD98AC-8A43-4559-BC83-1AFDC5622E6C}" type="presParOf" srcId="{8A348B4F-86D8-4628-888E-7ECA2EAEBF65}" destId="{ECFF92BB-3CB8-4543-83DA-170BFA2B40C3}" srcOrd="3" destOrd="0" presId="urn:microsoft.com/office/officeart/2005/8/layout/vList2"/>
    <dgm:cxn modelId="{E657F4E3-E1FE-4ABD-A520-FD01D7E2ECCE}" type="presParOf" srcId="{8A348B4F-86D8-4628-888E-7ECA2EAEBF65}" destId="{C46CD48C-3FFC-4B7A-89B7-9DC1615476BF}" srcOrd="4" destOrd="0" presId="urn:microsoft.com/office/officeart/2005/8/layout/vList2"/>
    <dgm:cxn modelId="{06CABE90-AE61-4FCB-8774-132D2E0382A2}" type="presParOf" srcId="{8A348B4F-86D8-4628-888E-7ECA2EAEBF65}" destId="{37098339-5D42-4381-BBCD-8B7F288DC621}" srcOrd="5" destOrd="0" presId="urn:microsoft.com/office/officeart/2005/8/layout/vList2"/>
    <dgm:cxn modelId="{6E2E6C2F-1035-4243-8396-250ED1DC7BFD}" type="presParOf" srcId="{8A348B4F-86D8-4628-888E-7ECA2EAEBF65}" destId="{A674A5FE-DD2C-470C-BF16-D3DD34E0A229}" srcOrd="6" destOrd="0" presId="urn:microsoft.com/office/officeart/2005/8/layout/vList2"/>
    <dgm:cxn modelId="{04699859-3FEE-4720-9C6D-1FBA3D80F09D}" type="presParOf" srcId="{8A348B4F-86D8-4628-888E-7ECA2EAEBF65}" destId="{FF00B915-4961-43C9-9189-97465091F3B5}" srcOrd="7" destOrd="0" presId="urn:microsoft.com/office/officeart/2005/8/layout/vList2"/>
    <dgm:cxn modelId="{ACBC7A81-E4F0-45D0-86E0-4500A82B6F14}" type="presParOf" srcId="{8A348B4F-86D8-4628-888E-7ECA2EAEBF65}" destId="{6C422663-A1F5-422B-BA08-36557D5FFFF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4104D1-60B8-4F75-8D1E-6A65AAC0025E}">
      <dsp:nvSpPr>
        <dsp:cNvPr id="0" name=""/>
        <dsp:cNvSpPr/>
      </dsp:nvSpPr>
      <dsp:spPr>
        <a:xfrm>
          <a:off x="0" y="599815"/>
          <a:ext cx="8276026" cy="95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291C26-C857-4A69-A23C-17C5DEA41A6C}">
      <dsp:nvSpPr>
        <dsp:cNvPr id="0" name=""/>
        <dsp:cNvSpPr/>
      </dsp:nvSpPr>
      <dsp:spPr>
        <a:xfrm>
          <a:off x="413801" y="38935"/>
          <a:ext cx="5793218" cy="1121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8970" tIns="0" rIns="218970" bIns="0" numCol="1" spcCol="1270" anchor="ctr" anchorCtr="0">
          <a:noAutofit/>
        </a:bodyPr>
        <a:lstStyle/>
        <a:p>
          <a:pPr marL="0" lvl="0" indent="0" algn="l" defTabSz="1689100">
            <a:lnSpc>
              <a:spcPct val="90000"/>
            </a:lnSpc>
            <a:spcBef>
              <a:spcPct val="0"/>
            </a:spcBef>
            <a:spcAft>
              <a:spcPct val="35000"/>
            </a:spcAft>
            <a:buNone/>
          </a:pPr>
          <a:r>
            <a:rPr lang="es-PA" sz="3800" kern="1200" dirty="0"/>
            <a:t>Composer run dev</a:t>
          </a:r>
          <a:endParaRPr lang="en-US" sz="3800" kern="1200" dirty="0"/>
        </a:p>
      </dsp:txBody>
      <dsp:txXfrm>
        <a:off x="468561" y="93695"/>
        <a:ext cx="5683698" cy="1012240"/>
      </dsp:txXfrm>
    </dsp:sp>
    <dsp:sp modelId="{860D3168-635A-4F02-BB9C-0783FA98B0E9}">
      <dsp:nvSpPr>
        <dsp:cNvPr id="0" name=""/>
        <dsp:cNvSpPr/>
      </dsp:nvSpPr>
      <dsp:spPr>
        <a:xfrm>
          <a:off x="0" y="2323495"/>
          <a:ext cx="8276026" cy="957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2F2AB9-C0AF-464A-91E4-721D873BFD5D}">
      <dsp:nvSpPr>
        <dsp:cNvPr id="0" name=""/>
        <dsp:cNvSpPr/>
      </dsp:nvSpPr>
      <dsp:spPr>
        <a:xfrm>
          <a:off x="413801" y="1762615"/>
          <a:ext cx="5793218" cy="1121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8970" tIns="0" rIns="218970" bIns="0" numCol="1" spcCol="1270" anchor="ctr" anchorCtr="0">
          <a:noAutofit/>
        </a:bodyPr>
        <a:lstStyle/>
        <a:p>
          <a:pPr marL="0" lvl="0" indent="0" algn="l" defTabSz="1689100">
            <a:lnSpc>
              <a:spcPct val="90000"/>
            </a:lnSpc>
            <a:spcBef>
              <a:spcPct val="0"/>
            </a:spcBef>
            <a:spcAft>
              <a:spcPct val="35000"/>
            </a:spcAft>
            <a:buNone/>
          </a:pPr>
          <a:r>
            <a:rPr lang="es-PA" sz="3800" u="none" kern="1200" dirty="0"/>
            <a:t>php</a:t>
          </a:r>
          <a:r>
            <a:rPr lang="es-PA" sz="3800" kern="1200" dirty="0"/>
            <a:t> artisan serve </a:t>
          </a:r>
          <a:endParaRPr lang="en-US" sz="3800" kern="1200" dirty="0"/>
        </a:p>
      </dsp:txBody>
      <dsp:txXfrm>
        <a:off x="468561" y="1817375"/>
        <a:ext cx="5683698" cy="1012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25913B-B4B1-4ADE-A657-C0E760154AC4}">
      <dsp:nvSpPr>
        <dsp:cNvPr id="0" name=""/>
        <dsp:cNvSpPr/>
      </dsp:nvSpPr>
      <dsp:spPr>
        <a:xfrm>
          <a:off x="0" y="39687"/>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s-PA" sz="4100" kern="1200" dirty="0">
              <a:solidFill>
                <a:schemeClr val="bg1">
                  <a:lumMod val="95000"/>
                </a:schemeClr>
              </a:solidFill>
            </a:rPr>
            <a:t>Laravel new </a:t>
          </a:r>
          <a:r>
            <a:rPr lang="es-PA" sz="4100" kern="1200" dirty="0" err="1">
              <a:solidFill>
                <a:srgbClr val="FFFF00"/>
              </a:solidFill>
            </a:rPr>
            <a:t>crudEjemplo</a:t>
          </a:r>
          <a:endParaRPr lang="en-US" sz="4100" kern="1200" dirty="0">
            <a:solidFill>
              <a:srgbClr val="FFFF00"/>
            </a:solidFill>
          </a:endParaRPr>
        </a:p>
      </dsp:txBody>
      <dsp:txXfrm>
        <a:off x="0" y="39687"/>
        <a:ext cx="3286125" cy="1971675"/>
      </dsp:txXfrm>
    </dsp:sp>
    <dsp:sp modelId="{CEF301D6-3B8A-400E-B2E1-42ADA4ED902A}">
      <dsp:nvSpPr>
        <dsp:cNvPr id="0" name=""/>
        <dsp:cNvSpPr/>
      </dsp:nvSpPr>
      <dsp:spPr>
        <a:xfrm>
          <a:off x="3614737" y="39687"/>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s-PA" sz="4100" kern="1200" dirty="0" err="1"/>
            <a:t>php</a:t>
          </a:r>
          <a:r>
            <a:rPr lang="es-PA" sz="4100" kern="1200" dirty="0"/>
            <a:t> </a:t>
          </a:r>
          <a:r>
            <a:rPr lang="es-PA" sz="4100" kern="1200" dirty="0" err="1"/>
            <a:t>artisan</a:t>
          </a:r>
          <a:r>
            <a:rPr lang="es-PA" sz="4100" kern="1200" dirty="0"/>
            <a:t> </a:t>
          </a:r>
          <a:r>
            <a:rPr lang="es-PA" sz="4100" kern="1200" dirty="0" err="1"/>
            <a:t>config:clear</a:t>
          </a:r>
          <a:endParaRPr lang="en-US" sz="4100" kern="1200" dirty="0"/>
        </a:p>
      </dsp:txBody>
      <dsp:txXfrm>
        <a:off x="3614737" y="39687"/>
        <a:ext cx="3286125" cy="1971675"/>
      </dsp:txXfrm>
    </dsp:sp>
    <dsp:sp modelId="{C52CA3D8-5A0E-4A26-AFEE-40BACA63769D}">
      <dsp:nvSpPr>
        <dsp:cNvPr id="0" name=""/>
        <dsp:cNvSpPr/>
      </dsp:nvSpPr>
      <dsp:spPr>
        <a:xfrm>
          <a:off x="7229475" y="39687"/>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s-PA" sz="4100" kern="1200" dirty="0" err="1"/>
            <a:t>php</a:t>
          </a:r>
          <a:r>
            <a:rPr lang="es-PA" sz="4100" kern="1200" dirty="0"/>
            <a:t> </a:t>
          </a:r>
          <a:r>
            <a:rPr lang="es-PA" sz="4100" kern="1200" dirty="0" err="1"/>
            <a:t>artisan</a:t>
          </a:r>
          <a:r>
            <a:rPr lang="es-PA" sz="4100" kern="1200" dirty="0"/>
            <a:t> </a:t>
          </a:r>
          <a:r>
            <a:rPr lang="es-PA" sz="4100" kern="1200" dirty="0" err="1"/>
            <a:t>cache:clear</a:t>
          </a:r>
          <a:endParaRPr lang="en-US" sz="4100" kern="1200" dirty="0"/>
        </a:p>
      </dsp:txBody>
      <dsp:txXfrm>
        <a:off x="7229475" y="39687"/>
        <a:ext cx="3286125" cy="1971675"/>
      </dsp:txXfrm>
    </dsp:sp>
    <dsp:sp modelId="{32CECA81-640A-493F-96D1-2B848AC52B2B}">
      <dsp:nvSpPr>
        <dsp:cNvPr id="0" name=""/>
        <dsp:cNvSpPr/>
      </dsp:nvSpPr>
      <dsp:spPr>
        <a:xfrm>
          <a:off x="1807368" y="2339975"/>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s-PA" sz="4100" kern="1200" dirty="0" err="1"/>
            <a:t>php</a:t>
          </a:r>
          <a:r>
            <a:rPr lang="es-PA" sz="4100" kern="1200" dirty="0"/>
            <a:t> </a:t>
          </a:r>
          <a:r>
            <a:rPr lang="es-PA" sz="4100" kern="1200" dirty="0" err="1"/>
            <a:t>artisan</a:t>
          </a:r>
          <a:r>
            <a:rPr lang="es-PA" sz="4100" kern="1200" dirty="0"/>
            <a:t> </a:t>
          </a:r>
          <a:r>
            <a:rPr lang="es-PA" sz="4100" kern="1200" dirty="0" err="1"/>
            <a:t>config:cache</a:t>
          </a:r>
          <a:endParaRPr lang="en-US" sz="4100" kern="1200" dirty="0"/>
        </a:p>
      </dsp:txBody>
      <dsp:txXfrm>
        <a:off x="1807368" y="2339975"/>
        <a:ext cx="3286125" cy="1971675"/>
      </dsp:txXfrm>
    </dsp:sp>
    <dsp:sp modelId="{24F2FE1D-016E-4B49-814F-3F84A3CE90A3}">
      <dsp:nvSpPr>
        <dsp:cNvPr id="0" name=""/>
        <dsp:cNvSpPr/>
      </dsp:nvSpPr>
      <dsp:spPr>
        <a:xfrm>
          <a:off x="5422106" y="2339975"/>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s-PA" sz="4100" kern="1200" dirty="0"/>
            <a:t>php artisan migrate</a:t>
          </a:r>
          <a:endParaRPr lang="en-US" sz="4100" kern="1200" dirty="0"/>
        </a:p>
      </dsp:txBody>
      <dsp:txXfrm>
        <a:off x="5422106" y="2339975"/>
        <a:ext cx="3286125" cy="19716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734A9A-AF09-411B-94FE-6258C7CCCBAD}">
      <dsp:nvSpPr>
        <dsp:cNvPr id="0" name=""/>
        <dsp:cNvSpPr/>
      </dsp:nvSpPr>
      <dsp:spPr>
        <a:xfrm>
          <a:off x="3201" y="58099"/>
          <a:ext cx="3121588" cy="547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s-PA" sz="1900" b="1" kern="1200" dirty="0">
              <a:latin typeface="Times New Roman" panose="02020603050405020304" pitchFamily="18" charset="0"/>
              <a:cs typeface="Times New Roman" panose="02020603050405020304" pitchFamily="18" charset="0"/>
            </a:rPr>
            <a:t>php artisan migrate</a:t>
          </a:r>
        </a:p>
      </dsp:txBody>
      <dsp:txXfrm>
        <a:off x="3201" y="58099"/>
        <a:ext cx="3121588" cy="547200"/>
      </dsp:txXfrm>
    </dsp:sp>
    <dsp:sp modelId="{B98AA88E-C5DA-4465-94E1-79B6BD469734}">
      <dsp:nvSpPr>
        <dsp:cNvPr id="0" name=""/>
        <dsp:cNvSpPr/>
      </dsp:nvSpPr>
      <dsp:spPr>
        <a:xfrm>
          <a:off x="3201" y="605299"/>
          <a:ext cx="3121588" cy="2659905"/>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PA" sz="1800" kern="1200" dirty="0"/>
            <a:t>Nos permite migrar tablas.</a:t>
          </a:r>
        </a:p>
      </dsp:txBody>
      <dsp:txXfrm>
        <a:off x="3201" y="605299"/>
        <a:ext cx="3121588" cy="2659905"/>
      </dsp:txXfrm>
    </dsp:sp>
    <dsp:sp modelId="{CC6ACB1C-3CCF-40BC-9BBE-0E8C81E2DCDD}">
      <dsp:nvSpPr>
        <dsp:cNvPr id="0" name=""/>
        <dsp:cNvSpPr/>
      </dsp:nvSpPr>
      <dsp:spPr>
        <a:xfrm>
          <a:off x="3561812" y="58099"/>
          <a:ext cx="3121588" cy="547200"/>
        </a:xfrm>
        <a:prstGeom prst="rect">
          <a:avLst/>
        </a:prstGeom>
        <a:solidFill>
          <a:schemeClr val="accent3">
            <a:hueOff val="2058582"/>
            <a:satOff val="12356"/>
            <a:lumOff val="9413"/>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ES" sz="1800" kern="1200" dirty="0">
              <a:solidFill>
                <a:prstClr val="white"/>
              </a:solidFill>
              <a:latin typeface="Times New Roman" panose="02020603050405020304" pitchFamily="18" charset="0"/>
              <a:ea typeface="+mn-ea"/>
              <a:cs typeface="Times New Roman" panose="02020603050405020304" pitchFamily="18" charset="0"/>
            </a:rPr>
            <a:t>php</a:t>
          </a:r>
          <a:r>
            <a:rPr lang="es-ES" sz="1600" kern="1200" dirty="0"/>
            <a:t> </a:t>
          </a:r>
          <a:r>
            <a:rPr lang="es-ES" sz="1800" kern="1200" dirty="0">
              <a:solidFill>
                <a:prstClr val="white"/>
              </a:solidFill>
              <a:latin typeface="Times New Roman" panose="02020603050405020304" pitchFamily="18" charset="0"/>
              <a:ea typeface="+mn-ea"/>
              <a:cs typeface="Times New Roman" panose="02020603050405020304" pitchFamily="18" charset="0"/>
            </a:rPr>
            <a:t>artisan migrate:fresh</a:t>
          </a:r>
          <a:endParaRPr lang="es-PA" sz="1800" kern="1200" dirty="0">
            <a:solidFill>
              <a:prstClr val="white"/>
            </a:solidFill>
            <a:latin typeface="Times New Roman" panose="02020603050405020304" pitchFamily="18" charset="0"/>
            <a:ea typeface="+mn-ea"/>
            <a:cs typeface="Times New Roman" panose="02020603050405020304" pitchFamily="18" charset="0"/>
          </a:endParaRPr>
        </a:p>
      </dsp:txBody>
      <dsp:txXfrm>
        <a:off x="3561812" y="58099"/>
        <a:ext cx="3121588" cy="547200"/>
      </dsp:txXfrm>
    </dsp:sp>
    <dsp:sp modelId="{0DD5A0A8-1DFD-4644-ADEF-1CEFF1A70C68}">
      <dsp:nvSpPr>
        <dsp:cNvPr id="0" name=""/>
        <dsp:cNvSpPr/>
      </dsp:nvSpPr>
      <dsp:spPr>
        <a:xfrm>
          <a:off x="3561812" y="605299"/>
          <a:ext cx="3121588" cy="2659905"/>
        </a:xfrm>
        <a:prstGeom prst="rect">
          <a:avLst/>
        </a:prstGeom>
        <a:solidFill>
          <a:schemeClr val="accent3">
            <a:tint val="40000"/>
            <a:alpha val="90000"/>
            <a:hueOff val="2527578"/>
            <a:satOff val="22352"/>
            <a:lumOff val="2648"/>
            <a:alphaOff val="0"/>
          </a:schemeClr>
        </a:solidFill>
        <a:ln w="19050" cap="flat" cmpd="sng" algn="ctr">
          <a:solidFill>
            <a:schemeClr val="accent3">
              <a:tint val="40000"/>
              <a:alpha val="90000"/>
              <a:hueOff val="2527578"/>
              <a:satOff val="22352"/>
              <a:lumOff val="26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s-ES" sz="1900" kern="1200" dirty="0"/>
            <a:t>Este comando primero elimina todas las tablas existentes en la base de datos y luego ejecuta todas las migraciones desde cero, garantizando un estado limpio y consistente y resolviendo el conflicto.</a:t>
          </a:r>
          <a:endParaRPr lang="es-PA" sz="1900" kern="1200" dirty="0"/>
        </a:p>
      </dsp:txBody>
      <dsp:txXfrm>
        <a:off x="3561812" y="605299"/>
        <a:ext cx="3121588" cy="2659905"/>
      </dsp:txXfrm>
    </dsp:sp>
    <dsp:sp modelId="{8E5A990B-1C40-466B-A917-EEFF5E0AC627}">
      <dsp:nvSpPr>
        <dsp:cNvPr id="0" name=""/>
        <dsp:cNvSpPr/>
      </dsp:nvSpPr>
      <dsp:spPr>
        <a:xfrm>
          <a:off x="7120423" y="58099"/>
          <a:ext cx="3121588" cy="547200"/>
        </a:xfrm>
        <a:prstGeom prst="rect">
          <a:avLst/>
        </a:prstGeom>
        <a:solidFill>
          <a:schemeClr val="accent3">
            <a:hueOff val="4117163"/>
            <a:satOff val="24712"/>
            <a:lumOff val="18825"/>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PA" sz="1800" b="1" u="sng" kern="1200" dirty="0">
              <a:latin typeface="Times New Roman" panose="02020603050405020304" pitchFamily="18" charset="0"/>
              <a:cs typeface="Times New Roman" panose="02020603050405020304" pitchFamily="18" charset="0"/>
            </a:rPr>
            <a:t>php</a:t>
          </a:r>
          <a:r>
            <a:rPr lang="es-PA" sz="1800" b="1" kern="1200" dirty="0">
              <a:latin typeface="Times New Roman" panose="02020603050405020304" pitchFamily="18" charset="0"/>
              <a:cs typeface="Times New Roman" panose="02020603050405020304" pitchFamily="18" charset="0"/>
            </a:rPr>
            <a:t> artisan </a:t>
          </a:r>
          <a:r>
            <a:rPr lang="es-PA" sz="1800" b="1" kern="1200" dirty="0" err="1">
              <a:latin typeface="Times New Roman" panose="02020603050405020304" pitchFamily="18" charset="0"/>
              <a:cs typeface="Times New Roman" panose="02020603050405020304" pitchFamily="18" charset="0"/>
            </a:rPr>
            <a:t>migrate:rollback</a:t>
          </a:r>
          <a:endParaRPr lang="es-PA" sz="1800" kern="1200" dirty="0">
            <a:latin typeface="Times New Roman" panose="02020603050405020304" pitchFamily="18" charset="0"/>
            <a:cs typeface="Times New Roman" panose="02020603050405020304" pitchFamily="18" charset="0"/>
          </a:endParaRPr>
        </a:p>
      </dsp:txBody>
      <dsp:txXfrm>
        <a:off x="7120423" y="58099"/>
        <a:ext cx="3121588" cy="547200"/>
      </dsp:txXfrm>
    </dsp:sp>
    <dsp:sp modelId="{841789D3-C998-46EB-96D1-9F5E9FAFA6DF}">
      <dsp:nvSpPr>
        <dsp:cNvPr id="0" name=""/>
        <dsp:cNvSpPr/>
      </dsp:nvSpPr>
      <dsp:spPr>
        <a:xfrm>
          <a:off x="7120423" y="605299"/>
          <a:ext cx="3121588" cy="2659905"/>
        </a:xfrm>
        <a:prstGeom prst="rect">
          <a:avLst/>
        </a:prstGeom>
        <a:solidFill>
          <a:schemeClr val="accent3">
            <a:tint val="40000"/>
            <a:alpha val="90000"/>
            <a:hueOff val="5055155"/>
            <a:satOff val="44705"/>
            <a:lumOff val="5295"/>
            <a:alphaOff val="0"/>
          </a:schemeClr>
        </a:solidFill>
        <a:ln w="19050" cap="flat" cmpd="sng" algn="ctr">
          <a:solidFill>
            <a:schemeClr val="accent3">
              <a:tint val="40000"/>
              <a:alpha val="90000"/>
              <a:hueOff val="5055155"/>
              <a:satOff val="44705"/>
              <a:lumOff val="52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s-ES" sz="1600" kern="1200" dirty="0">
              <a:latin typeface="Times New Roman" panose="02020603050405020304" pitchFamily="18" charset="0"/>
              <a:cs typeface="Times New Roman" panose="02020603050405020304" pitchFamily="18" charset="0"/>
            </a:rPr>
            <a:t>A diferencia de migrate:fresh (que borra y recrea todas las tablas), </a:t>
          </a:r>
          <a:r>
            <a:rPr lang="es-ES" sz="1600" kern="1200" dirty="0" err="1">
              <a:latin typeface="Times New Roman" panose="02020603050405020304" pitchFamily="18" charset="0"/>
              <a:cs typeface="Times New Roman" panose="02020603050405020304" pitchFamily="18" charset="0"/>
            </a:rPr>
            <a:t>migrate:rollback</a:t>
          </a:r>
          <a:r>
            <a:rPr lang="es-ES" sz="1600" kern="1200" dirty="0">
              <a:latin typeface="Times New Roman" panose="02020603050405020304" pitchFamily="18" charset="0"/>
              <a:cs typeface="Times New Roman" panose="02020603050405020304" pitchFamily="18" charset="0"/>
            </a:rPr>
            <a:t> es un comando más seguro y menos destructivo, ya que solo revierte el último cambio</a:t>
          </a:r>
          <a:endParaRPr lang="es-PA" sz="1600" kern="1200" dirty="0">
            <a:latin typeface="Times New Roman" panose="02020603050405020304" pitchFamily="18" charset="0"/>
            <a:cs typeface="Times New Roman" panose="02020603050405020304" pitchFamily="18" charset="0"/>
          </a:endParaRPr>
        </a:p>
      </dsp:txBody>
      <dsp:txXfrm>
        <a:off x="7120423" y="605299"/>
        <a:ext cx="3121588" cy="265990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2E366-0481-4E17-8949-4D79A68701F9}">
      <dsp:nvSpPr>
        <dsp:cNvPr id="0" name=""/>
        <dsp:cNvSpPr/>
      </dsp:nvSpPr>
      <dsp:spPr>
        <a:xfrm>
          <a:off x="1047" y="0"/>
          <a:ext cx="1853579" cy="4351338"/>
        </a:xfrm>
        <a:prstGeom prst="roundRect">
          <a:avLst>
            <a:gd name="adj" fmla="val 10000"/>
          </a:avLst>
        </a:prstGeom>
        <a:solidFill>
          <a:schemeClr val="accent4">
            <a:alpha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PA" sz="2000" kern="1200" dirty="0"/>
            <a:t>Controladores</a:t>
          </a:r>
          <a:endParaRPr lang="en-US" sz="2000" kern="1200" dirty="0"/>
        </a:p>
      </dsp:txBody>
      <dsp:txXfrm>
        <a:off x="55336" y="54289"/>
        <a:ext cx="1745001" cy="4242760"/>
      </dsp:txXfrm>
    </dsp:sp>
    <dsp:sp modelId="{3597FBD5-D81D-4DBB-B6B0-68773705154E}">
      <dsp:nvSpPr>
        <dsp:cNvPr id="0" name=""/>
        <dsp:cNvSpPr/>
      </dsp:nvSpPr>
      <dsp:spPr>
        <a:xfrm>
          <a:off x="2166028" y="0"/>
          <a:ext cx="1853579" cy="4351338"/>
        </a:xfrm>
        <a:prstGeom prst="roundRect">
          <a:avLst>
            <a:gd name="adj" fmla="val 10000"/>
          </a:avLst>
        </a:prstGeom>
        <a:solidFill>
          <a:schemeClr val="accent4">
            <a:alpha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PA" sz="2000" kern="1200" dirty="0"/>
            <a:t>Modelos</a:t>
          </a:r>
          <a:endParaRPr lang="en-US" sz="2000" kern="1200" dirty="0"/>
        </a:p>
      </dsp:txBody>
      <dsp:txXfrm>
        <a:off x="2220317" y="54289"/>
        <a:ext cx="1745001" cy="4242760"/>
      </dsp:txXfrm>
    </dsp:sp>
    <dsp:sp modelId="{7AF8CB4B-8B00-4599-B881-B09AA30522CC}">
      <dsp:nvSpPr>
        <dsp:cNvPr id="0" name=""/>
        <dsp:cNvSpPr/>
      </dsp:nvSpPr>
      <dsp:spPr>
        <a:xfrm>
          <a:off x="4331010" y="0"/>
          <a:ext cx="1853579" cy="4351338"/>
        </a:xfrm>
        <a:prstGeom prst="roundRect">
          <a:avLst>
            <a:gd name="adj" fmla="val 10000"/>
          </a:avLst>
        </a:prstGeom>
        <a:solidFill>
          <a:schemeClr val="accent4">
            <a:alpha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PA" sz="2000" kern="1200"/>
            <a:t>Vistas</a:t>
          </a:r>
          <a:endParaRPr lang="en-US" sz="2000" kern="1200"/>
        </a:p>
      </dsp:txBody>
      <dsp:txXfrm>
        <a:off x="4385299" y="54289"/>
        <a:ext cx="1745001" cy="4242760"/>
      </dsp:txXfrm>
    </dsp:sp>
    <dsp:sp modelId="{9C345011-E390-4D19-AFF2-6A724FA52086}">
      <dsp:nvSpPr>
        <dsp:cNvPr id="0" name=""/>
        <dsp:cNvSpPr/>
      </dsp:nvSpPr>
      <dsp:spPr>
        <a:xfrm>
          <a:off x="6495991" y="0"/>
          <a:ext cx="1853579" cy="4351338"/>
        </a:xfrm>
        <a:prstGeom prst="roundRect">
          <a:avLst>
            <a:gd name="adj" fmla="val 10000"/>
          </a:avLst>
        </a:prstGeom>
        <a:solidFill>
          <a:schemeClr val="accent4">
            <a:alpha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PA" sz="2000" kern="1200"/>
            <a:t>Migraciones</a:t>
          </a:r>
          <a:endParaRPr lang="en-US" sz="2000" kern="1200"/>
        </a:p>
      </dsp:txBody>
      <dsp:txXfrm>
        <a:off x="6550280" y="54289"/>
        <a:ext cx="1745001" cy="4242760"/>
      </dsp:txXfrm>
    </dsp:sp>
    <dsp:sp modelId="{1E3B1331-4B7A-4330-A687-12030B202356}">
      <dsp:nvSpPr>
        <dsp:cNvPr id="0" name=""/>
        <dsp:cNvSpPr/>
      </dsp:nvSpPr>
      <dsp:spPr>
        <a:xfrm>
          <a:off x="8660972" y="0"/>
          <a:ext cx="1853579" cy="4351338"/>
        </a:xfrm>
        <a:prstGeom prst="roundRect">
          <a:avLst>
            <a:gd name="adj" fmla="val 10000"/>
          </a:avLst>
        </a:prstGeom>
        <a:solidFill>
          <a:schemeClr val="accent4">
            <a:alpha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PA" sz="2000" kern="1200"/>
            <a:t>Rutas</a:t>
          </a:r>
          <a:endParaRPr lang="en-US" sz="2000" kern="1200"/>
        </a:p>
      </dsp:txBody>
      <dsp:txXfrm>
        <a:off x="8715261" y="54289"/>
        <a:ext cx="1745001" cy="424276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9F6E7F-8A90-48B8-9C39-D640E624A186}">
      <dsp:nvSpPr>
        <dsp:cNvPr id="0" name=""/>
        <dsp:cNvSpPr/>
      </dsp:nvSpPr>
      <dsp:spPr>
        <a:xfrm>
          <a:off x="2540" y="180099"/>
          <a:ext cx="2476500" cy="651206"/>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ES" sz="1800" b="1" kern="1200" dirty="0"/>
            <a:t>php artisan make:crud</a:t>
          </a:r>
          <a:endParaRPr lang="es-PA" sz="1800" kern="1200" dirty="0"/>
        </a:p>
      </dsp:txBody>
      <dsp:txXfrm>
        <a:off x="2540" y="180099"/>
        <a:ext cx="2476500" cy="651206"/>
      </dsp:txXfrm>
    </dsp:sp>
    <dsp:sp modelId="{9A8AAF68-5B19-4E65-8474-309D53D69AF5}">
      <dsp:nvSpPr>
        <dsp:cNvPr id="0" name=""/>
        <dsp:cNvSpPr/>
      </dsp:nvSpPr>
      <dsp:spPr>
        <a:xfrm>
          <a:off x="2540" y="831305"/>
          <a:ext cx="2476500" cy="2796683"/>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ES" sz="1800" kern="1200" dirty="0"/>
            <a:t>Este es el comando personalizado (un </a:t>
          </a:r>
          <a:r>
            <a:rPr lang="es-ES" sz="1800" i="1" kern="1200" dirty="0"/>
            <a:t>Artisan </a:t>
          </a:r>
          <a:r>
            <a:rPr lang="es-ES" sz="1800" i="1" kern="1200" dirty="0" err="1"/>
            <a:t>command</a:t>
          </a:r>
          <a:r>
            <a:rPr lang="es-ES" sz="1800" kern="1200" dirty="0"/>
            <a:t>) que fue añadido por el paquete que instalaste</a:t>
          </a:r>
          <a:endParaRPr lang="es-PA" sz="1800" kern="1200" dirty="0"/>
        </a:p>
      </dsp:txBody>
      <dsp:txXfrm>
        <a:off x="2540" y="831305"/>
        <a:ext cx="2476500" cy="2796683"/>
      </dsp:txXfrm>
    </dsp:sp>
    <dsp:sp modelId="{68AF7900-CB63-4961-824F-25C7B8F36570}">
      <dsp:nvSpPr>
        <dsp:cNvPr id="0" name=""/>
        <dsp:cNvSpPr/>
      </dsp:nvSpPr>
      <dsp:spPr>
        <a:xfrm>
          <a:off x="2825750" y="180099"/>
          <a:ext cx="2476500" cy="651206"/>
        </a:xfrm>
        <a:prstGeom prst="rect">
          <a:avLst/>
        </a:prstGeom>
        <a:solidFill>
          <a:schemeClr val="accent3">
            <a:hueOff val="2058582"/>
            <a:satOff val="12356"/>
            <a:lumOff val="9413"/>
            <a:alphaOff val="0"/>
          </a:schemeClr>
        </a:solidFill>
        <a:ln w="19050" cap="flat" cmpd="sng" algn="ctr">
          <a:solidFill>
            <a:schemeClr val="accent3">
              <a:hueOff val="2058582"/>
              <a:satOff val="12356"/>
              <a:lumOff val="941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Times New Roman" panose="02020603050405020304" pitchFamily="18" charset="0"/>
              <a:cs typeface="Times New Roman" panose="02020603050405020304" pitchFamily="18" charset="0"/>
            </a:rPr>
            <a:t>products</a:t>
          </a:r>
          <a:endParaRPr lang="es-PA" sz="1800" kern="1200" dirty="0"/>
        </a:p>
      </dsp:txBody>
      <dsp:txXfrm>
        <a:off x="2825750" y="180099"/>
        <a:ext cx="2476500" cy="651206"/>
      </dsp:txXfrm>
    </dsp:sp>
    <dsp:sp modelId="{CF47D1C8-0AD6-45DF-B773-BC54E3E30ADF}">
      <dsp:nvSpPr>
        <dsp:cNvPr id="0" name=""/>
        <dsp:cNvSpPr/>
      </dsp:nvSpPr>
      <dsp:spPr>
        <a:xfrm>
          <a:off x="2825750" y="831305"/>
          <a:ext cx="2476500" cy="2796683"/>
        </a:xfrm>
        <a:prstGeom prst="rect">
          <a:avLst/>
        </a:prstGeom>
        <a:solidFill>
          <a:schemeClr val="accent3">
            <a:tint val="40000"/>
            <a:alpha val="90000"/>
            <a:hueOff val="2527578"/>
            <a:satOff val="22352"/>
            <a:lumOff val="2648"/>
            <a:alphaOff val="0"/>
          </a:schemeClr>
        </a:solidFill>
        <a:ln w="19050" cap="flat" cmpd="sng" algn="ctr">
          <a:solidFill>
            <a:schemeClr val="accent3">
              <a:tint val="40000"/>
              <a:alpha val="90000"/>
              <a:hueOff val="2527578"/>
              <a:satOff val="22352"/>
              <a:lumOff val="26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PA" sz="1800" kern="1200" dirty="0"/>
            <a:t>Este argumento le dice al generador cuál es el nombre del recurso (típicamente el nombre de la tabla o el modelo) para el cual debe genera los archivos CRUD.</a:t>
          </a:r>
        </a:p>
      </dsp:txBody>
      <dsp:txXfrm>
        <a:off x="2825750" y="831305"/>
        <a:ext cx="2476500" cy="2796683"/>
      </dsp:txXfrm>
    </dsp:sp>
    <dsp:sp modelId="{90098960-230A-4CAC-BA72-73B0DFF5B9F7}">
      <dsp:nvSpPr>
        <dsp:cNvPr id="0" name=""/>
        <dsp:cNvSpPr/>
      </dsp:nvSpPr>
      <dsp:spPr>
        <a:xfrm>
          <a:off x="5648960" y="180099"/>
          <a:ext cx="2476500" cy="651206"/>
        </a:xfrm>
        <a:prstGeom prst="rect">
          <a:avLst/>
        </a:prstGeom>
        <a:solidFill>
          <a:schemeClr val="accent3">
            <a:hueOff val="4117163"/>
            <a:satOff val="24712"/>
            <a:lumOff val="18825"/>
            <a:alphaOff val="0"/>
          </a:schemeClr>
        </a:solidFill>
        <a:ln w="19050" cap="flat" cmpd="sng" algn="ctr">
          <a:solidFill>
            <a:schemeClr val="accent3">
              <a:hueOff val="4117163"/>
              <a:satOff val="24712"/>
              <a:lumOff val="1882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s-PA" sz="1800" kern="1200" dirty="0"/>
            <a:t>Resultado</a:t>
          </a:r>
        </a:p>
      </dsp:txBody>
      <dsp:txXfrm>
        <a:off x="5648960" y="180099"/>
        <a:ext cx="2476500" cy="651206"/>
      </dsp:txXfrm>
    </dsp:sp>
    <dsp:sp modelId="{901BD502-6EC1-42AF-B745-9C269910CCA4}">
      <dsp:nvSpPr>
        <dsp:cNvPr id="0" name=""/>
        <dsp:cNvSpPr/>
      </dsp:nvSpPr>
      <dsp:spPr>
        <a:xfrm>
          <a:off x="5648960" y="831305"/>
          <a:ext cx="2476500" cy="2796683"/>
        </a:xfrm>
        <a:prstGeom prst="rect">
          <a:avLst/>
        </a:prstGeom>
        <a:solidFill>
          <a:schemeClr val="accent3">
            <a:tint val="40000"/>
            <a:alpha val="90000"/>
            <a:hueOff val="5055155"/>
            <a:satOff val="44705"/>
            <a:lumOff val="5295"/>
            <a:alphaOff val="0"/>
          </a:schemeClr>
        </a:solidFill>
        <a:ln w="19050" cap="flat" cmpd="sng" algn="ctr">
          <a:solidFill>
            <a:schemeClr val="accent3">
              <a:tint val="40000"/>
              <a:alpha val="90000"/>
              <a:hueOff val="5055155"/>
              <a:satOff val="44705"/>
              <a:lumOff val="52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s-PA" sz="1800" kern="1200" dirty="0"/>
            <a:t>Al ejecutar este comando, el generador automáticamente crea varios archivos por ti (Modelo, Controlador, Solicitudes, Vistas, Rutas) basándose en el nombre  products.</a:t>
          </a:r>
        </a:p>
      </dsp:txBody>
      <dsp:txXfrm>
        <a:off x="5648960" y="831305"/>
        <a:ext cx="2476500" cy="27966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B98652-A6C4-4629-9A45-433F9402CE07}">
      <dsp:nvSpPr>
        <dsp:cNvPr id="0" name=""/>
        <dsp:cNvSpPr/>
      </dsp:nvSpPr>
      <dsp:spPr>
        <a:xfrm>
          <a:off x="0" y="52744"/>
          <a:ext cx="4592035" cy="101438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PA" sz="2400" kern="1200" dirty="0" err="1"/>
            <a:t>composer</a:t>
          </a:r>
          <a:r>
            <a:rPr lang="es-PA" sz="2400" kern="1200" dirty="0"/>
            <a:t> require laravel/ui --dev</a:t>
          </a:r>
          <a:endParaRPr lang="en-US" sz="2400" kern="1200" dirty="0"/>
        </a:p>
      </dsp:txBody>
      <dsp:txXfrm>
        <a:off x="49518" y="102262"/>
        <a:ext cx="4492999" cy="915353"/>
      </dsp:txXfrm>
    </dsp:sp>
    <dsp:sp modelId="{32CEBCD2-8C99-4A40-8C19-6FF9CD855AB5}">
      <dsp:nvSpPr>
        <dsp:cNvPr id="0" name=""/>
        <dsp:cNvSpPr/>
      </dsp:nvSpPr>
      <dsp:spPr>
        <a:xfrm>
          <a:off x="0" y="1136254"/>
          <a:ext cx="4592035" cy="1014389"/>
        </a:xfrm>
        <a:prstGeom prst="roundRect">
          <a:avLst/>
        </a:prstGeom>
        <a:gradFill rotWithShape="0">
          <a:gsLst>
            <a:gs pos="0">
              <a:schemeClr val="accent2">
                <a:hueOff val="1610903"/>
                <a:satOff val="-4623"/>
                <a:lumOff val="-7402"/>
                <a:alphaOff val="0"/>
                <a:satMod val="103000"/>
                <a:lumMod val="102000"/>
                <a:tint val="94000"/>
              </a:schemeClr>
            </a:gs>
            <a:gs pos="50000">
              <a:schemeClr val="accent2">
                <a:hueOff val="1610903"/>
                <a:satOff val="-4623"/>
                <a:lumOff val="-7402"/>
                <a:alphaOff val="0"/>
                <a:satMod val="110000"/>
                <a:lumMod val="100000"/>
                <a:shade val="100000"/>
              </a:schemeClr>
            </a:gs>
            <a:gs pos="100000">
              <a:schemeClr val="accent2">
                <a:hueOff val="1610903"/>
                <a:satOff val="-4623"/>
                <a:lumOff val="-74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s-PA" sz="2400" kern="1200" dirty="0"/>
            <a:t>🟢 --dev → se queda en desarrollo (recomendado).</a:t>
          </a:r>
          <a:endParaRPr lang="en-US" sz="2400" kern="1200" dirty="0"/>
        </a:p>
      </dsp:txBody>
      <dsp:txXfrm>
        <a:off x="49518" y="1185772"/>
        <a:ext cx="4492999" cy="915353"/>
      </dsp:txXfrm>
    </dsp:sp>
    <dsp:sp modelId="{C46CD48C-3FFC-4B7A-89B7-9DC1615476BF}">
      <dsp:nvSpPr>
        <dsp:cNvPr id="0" name=""/>
        <dsp:cNvSpPr/>
      </dsp:nvSpPr>
      <dsp:spPr>
        <a:xfrm>
          <a:off x="0" y="2219764"/>
          <a:ext cx="4592035" cy="1014389"/>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err="1"/>
            <a:t>php</a:t>
          </a:r>
          <a:r>
            <a:rPr lang="en-US" sz="2400" kern="1200" dirty="0"/>
            <a:t> artisan </a:t>
          </a:r>
          <a:r>
            <a:rPr lang="en-US" sz="2400" kern="1200" dirty="0" err="1"/>
            <a:t>ui</a:t>
          </a:r>
          <a:r>
            <a:rPr lang="en-US" sz="2400" kern="1200" dirty="0"/>
            <a:t> bootstrap</a:t>
          </a:r>
        </a:p>
      </dsp:txBody>
      <dsp:txXfrm>
        <a:off x="49518" y="2269282"/>
        <a:ext cx="4492999" cy="915353"/>
      </dsp:txXfrm>
    </dsp:sp>
    <dsp:sp modelId="{A674A5FE-DD2C-470C-BF16-D3DD34E0A229}">
      <dsp:nvSpPr>
        <dsp:cNvPr id="0" name=""/>
        <dsp:cNvSpPr/>
      </dsp:nvSpPr>
      <dsp:spPr>
        <a:xfrm>
          <a:off x="0" y="3303274"/>
          <a:ext cx="4592035" cy="1014389"/>
        </a:xfrm>
        <a:prstGeom prst="roundRect">
          <a:avLst/>
        </a:prstGeom>
        <a:gradFill rotWithShape="0">
          <a:gsLst>
            <a:gs pos="0">
              <a:schemeClr val="accent2">
                <a:hueOff val="4832710"/>
                <a:satOff val="-13870"/>
                <a:lumOff val="-22207"/>
                <a:alphaOff val="0"/>
                <a:satMod val="103000"/>
                <a:lumMod val="102000"/>
                <a:tint val="94000"/>
              </a:schemeClr>
            </a:gs>
            <a:gs pos="50000">
              <a:schemeClr val="accent2">
                <a:hueOff val="4832710"/>
                <a:satOff val="-13870"/>
                <a:lumOff val="-22207"/>
                <a:alphaOff val="0"/>
                <a:satMod val="110000"/>
                <a:lumMod val="100000"/>
                <a:shade val="100000"/>
              </a:schemeClr>
            </a:gs>
            <a:gs pos="100000">
              <a:schemeClr val="accent2">
                <a:hueOff val="4832710"/>
                <a:satOff val="-13870"/>
                <a:lumOff val="-222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err="1"/>
            <a:t>php</a:t>
          </a:r>
          <a:r>
            <a:rPr lang="en-US" sz="2400" kern="1200" dirty="0"/>
            <a:t> artisan </a:t>
          </a:r>
          <a:r>
            <a:rPr lang="en-US" sz="2400" kern="1200" dirty="0" err="1"/>
            <a:t>ui</a:t>
          </a:r>
          <a:r>
            <a:rPr lang="en-US" sz="2400" kern="1200" dirty="0"/>
            <a:t> bootstrap --auth</a:t>
          </a:r>
        </a:p>
      </dsp:txBody>
      <dsp:txXfrm>
        <a:off x="49518" y="3352792"/>
        <a:ext cx="4492999" cy="915353"/>
      </dsp:txXfrm>
    </dsp:sp>
    <dsp:sp modelId="{6C422663-A1F5-422B-BA08-36557D5FFFF9}">
      <dsp:nvSpPr>
        <dsp:cNvPr id="0" name=""/>
        <dsp:cNvSpPr/>
      </dsp:nvSpPr>
      <dsp:spPr>
        <a:xfrm>
          <a:off x="0" y="4386784"/>
          <a:ext cx="4592035" cy="1014389"/>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err="1"/>
            <a:t>Npm</a:t>
          </a:r>
          <a:r>
            <a:rPr lang="en-US" sz="2400" kern="1200" dirty="0"/>
            <a:t> run </a:t>
          </a:r>
          <a:r>
            <a:rPr lang="en-US" sz="2400" kern="1200" dirty="0" err="1"/>
            <a:t>buid</a:t>
          </a:r>
          <a:endParaRPr lang="en-US" sz="2400" kern="1200" dirty="0"/>
        </a:p>
      </dsp:txBody>
      <dsp:txXfrm>
        <a:off x="49518" y="4436302"/>
        <a:ext cx="4492999" cy="91535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77739" cy="608691"/>
          </a:xfrm>
          <a:prstGeom prst="rect">
            <a:avLst/>
          </a:prstGeom>
        </p:spPr>
        <p:txBody>
          <a:bodyPr vert="horz" lIns="109902" tIns="54951" rIns="109902" bIns="54951" rtlCol="0"/>
          <a:lstStyle>
            <a:lvl1pPr algn="l">
              <a:defRPr sz="1500"/>
            </a:lvl1pPr>
          </a:lstStyle>
          <a:p>
            <a:endParaRPr lang="es-PA"/>
          </a:p>
        </p:txBody>
      </p:sp>
      <p:sp>
        <p:nvSpPr>
          <p:cNvPr id="3" name="Marcador de fecha 2"/>
          <p:cNvSpPr>
            <a:spLocks noGrp="1"/>
          </p:cNvSpPr>
          <p:nvPr>
            <p:ph type="dt" idx="1"/>
          </p:nvPr>
        </p:nvSpPr>
        <p:spPr>
          <a:xfrm>
            <a:off x="4023092" y="0"/>
            <a:ext cx="3077739" cy="608691"/>
          </a:xfrm>
          <a:prstGeom prst="rect">
            <a:avLst/>
          </a:prstGeom>
        </p:spPr>
        <p:txBody>
          <a:bodyPr vert="horz" lIns="109902" tIns="54951" rIns="109902" bIns="54951" rtlCol="0"/>
          <a:lstStyle>
            <a:lvl1pPr algn="r">
              <a:defRPr sz="1500"/>
            </a:lvl1pPr>
          </a:lstStyle>
          <a:p>
            <a:fld id="{68A5E15B-5053-4901-A9CF-2C8A2B0E313A}" type="datetimeFigureOut">
              <a:rPr lang="es-PA" smtClean="0"/>
              <a:t>09/28/2025</a:t>
            </a:fld>
            <a:endParaRPr lang="es-PA"/>
          </a:p>
        </p:txBody>
      </p:sp>
      <p:sp>
        <p:nvSpPr>
          <p:cNvPr id="4" name="Marcador de imagen de diapositiva 3"/>
          <p:cNvSpPr>
            <a:spLocks noGrp="1" noRot="1" noChangeAspect="1"/>
          </p:cNvSpPr>
          <p:nvPr>
            <p:ph type="sldImg" idx="2"/>
          </p:nvPr>
        </p:nvSpPr>
        <p:spPr>
          <a:xfrm>
            <a:off x="-88900" y="1516063"/>
            <a:ext cx="7280275" cy="4095750"/>
          </a:xfrm>
          <a:prstGeom prst="rect">
            <a:avLst/>
          </a:prstGeom>
          <a:noFill/>
          <a:ln w="12700">
            <a:solidFill>
              <a:prstClr val="black"/>
            </a:solidFill>
          </a:ln>
        </p:spPr>
        <p:txBody>
          <a:bodyPr vert="horz" lIns="109902" tIns="54951" rIns="109902" bIns="54951" rtlCol="0" anchor="ctr"/>
          <a:lstStyle/>
          <a:p>
            <a:endParaRPr lang="es-PA"/>
          </a:p>
        </p:txBody>
      </p:sp>
      <p:sp>
        <p:nvSpPr>
          <p:cNvPr id="5" name="Marcador de notas 4"/>
          <p:cNvSpPr>
            <a:spLocks noGrp="1"/>
          </p:cNvSpPr>
          <p:nvPr>
            <p:ph type="body" sz="quarter" idx="3"/>
          </p:nvPr>
        </p:nvSpPr>
        <p:spPr>
          <a:xfrm>
            <a:off x="710248" y="5838369"/>
            <a:ext cx="5681980" cy="4776847"/>
          </a:xfrm>
          <a:prstGeom prst="rect">
            <a:avLst/>
          </a:prstGeom>
        </p:spPr>
        <p:txBody>
          <a:bodyPr vert="horz" lIns="109902" tIns="54951" rIns="109902" bIns="54951"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6" name="Marcador de pie de página 5"/>
          <p:cNvSpPr>
            <a:spLocks noGrp="1"/>
          </p:cNvSpPr>
          <p:nvPr>
            <p:ph type="ftr" sz="quarter" idx="4"/>
          </p:nvPr>
        </p:nvSpPr>
        <p:spPr>
          <a:xfrm>
            <a:off x="0" y="11522986"/>
            <a:ext cx="3077739" cy="608690"/>
          </a:xfrm>
          <a:prstGeom prst="rect">
            <a:avLst/>
          </a:prstGeom>
        </p:spPr>
        <p:txBody>
          <a:bodyPr vert="horz" lIns="109902" tIns="54951" rIns="109902" bIns="54951" rtlCol="0" anchor="b"/>
          <a:lstStyle>
            <a:lvl1pPr algn="l">
              <a:defRPr sz="1500"/>
            </a:lvl1pPr>
          </a:lstStyle>
          <a:p>
            <a:endParaRPr lang="es-PA"/>
          </a:p>
        </p:txBody>
      </p:sp>
      <p:sp>
        <p:nvSpPr>
          <p:cNvPr id="7" name="Marcador de número de diapositiva 6"/>
          <p:cNvSpPr>
            <a:spLocks noGrp="1"/>
          </p:cNvSpPr>
          <p:nvPr>
            <p:ph type="sldNum" sz="quarter" idx="5"/>
          </p:nvPr>
        </p:nvSpPr>
        <p:spPr>
          <a:xfrm>
            <a:off x="4023092" y="11522986"/>
            <a:ext cx="3077739" cy="608690"/>
          </a:xfrm>
          <a:prstGeom prst="rect">
            <a:avLst/>
          </a:prstGeom>
        </p:spPr>
        <p:txBody>
          <a:bodyPr vert="horz" lIns="109902" tIns="54951" rIns="109902" bIns="54951" rtlCol="0" anchor="b"/>
          <a:lstStyle>
            <a:lvl1pPr algn="r">
              <a:defRPr sz="1500"/>
            </a:lvl1pPr>
          </a:lstStyle>
          <a:p>
            <a:fld id="{41C2D3E8-9958-4492-BF62-EB5825E43096}" type="slidenum">
              <a:rPr lang="es-PA" smtClean="0"/>
              <a:t>‹Nº›</a:t>
            </a:fld>
            <a:endParaRPr lang="es-PA"/>
          </a:p>
        </p:txBody>
      </p:sp>
    </p:spTree>
    <p:extLst>
      <p:ext uri="{BB962C8B-B14F-4D97-AF65-F5344CB8AC3E}">
        <p14:creationId xmlns:p14="http://schemas.microsoft.com/office/powerpoint/2010/main" val="1687573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042CD5-5736-26E5-B35C-D5F2D28AC35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A"/>
          </a:p>
        </p:txBody>
      </p:sp>
      <p:sp>
        <p:nvSpPr>
          <p:cNvPr id="3" name="Subtítulo 2">
            <a:extLst>
              <a:ext uri="{FF2B5EF4-FFF2-40B4-BE49-F238E27FC236}">
                <a16:creationId xmlns:a16="http://schemas.microsoft.com/office/drawing/2014/main" id="{13F02D42-BDC8-3667-85D8-BB68D69D7D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A"/>
          </a:p>
        </p:txBody>
      </p:sp>
      <p:sp>
        <p:nvSpPr>
          <p:cNvPr id="4" name="Marcador de fecha 3">
            <a:extLst>
              <a:ext uri="{FF2B5EF4-FFF2-40B4-BE49-F238E27FC236}">
                <a16:creationId xmlns:a16="http://schemas.microsoft.com/office/drawing/2014/main" id="{71A69BFC-30E4-22AD-47CB-B4C88FF77A8C}"/>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5" name="Marcador de pie de página 4">
            <a:extLst>
              <a:ext uri="{FF2B5EF4-FFF2-40B4-BE49-F238E27FC236}">
                <a16:creationId xmlns:a16="http://schemas.microsoft.com/office/drawing/2014/main" id="{B55FA720-039E-F652-B1AF-B62F99AC8DCB}"/>
              </a:ext>
            </a:extLst>
          </p:cNvPr>
          <p:cNvSpPr>
            <a:spLocks noGrp="1"/>
          </p:cNvSpPr>
          <p:nvPr>
            <p:ph type="ftr" sz="quarter" idx="11"/>
          </p:nvPr>
        </p:nvSpPr>
        <p:spPr/>
        <p:txBody>
          <a:bodyPr/>
          <a:lstStyle/>
          <a:p>
            <a:endParaRPr lang="es-PA"/>
          </a:p>
        </p:txBody>
      </p:sp>
      <p:sp>
        <p:nvSpPr>
          <p:cNvPr id="6" name="Marcador de número de diapositiva 5">
            <a:extLst>
              <a:ext uri="{FF2B5EF4-FFF2-40B4-BE49-F238E27FC236}">
                <a16:creationId xmlns:a16="http://schemas.microsoft.com/office/drawing/2014/main" id="{3D76918E-1F64-9270-02E2-0117ED9A4E99}"/>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3061826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11A409-F634-241C-ADA4-420B4D5F488F}"/>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contenido 2">
            <a:extLst>
              <a:ext uri="{FF2B5EF4-FFF2-40B4-BE49-F238E27FC236}">
                <a16:creationId xmlns:a16="http://schemas.microsoft.com/office/drawing/2014/main" id="{A8373F21-521E-1B72-6936-40EE0E773B5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144FDA7C-5128-2C14-8B3E-1E29C0A15B61}"/>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5" name="Marcador de pie de página 4">
            <a:extLst>
              <a:ext uri="{FF2B5EF4-FFF2-40B4-BE49-F238E27FC236}">
                <a16:creationId xmlns:a16="http://schemas.microsoft.com/office/drawing/2014/main" id="{3E6961B1-33F1-1360-8215-56ED7D3A5CB9}"/>
              </a:ext>
            </a:extLst>
          </p:cNvPr>
          <p:cNvSpPr>
            <a:spLocks noGrp="1"/>
          </p:cNvSpPr>
          <p:nvPr>
            <p:ph type="ftr" sz="quarter" idx="11"/>
          </p:nvPr>
        </p:nvSpPr>
        <p:spPr/>
        <p:txBody>
          <a:bodyPr/>
          <a:lstStyle/>
          <a:p>
            <a:endParaRPr lang="es-PA"/>
          </a:p>
        </p:txBody>
      </p:sp>
      <p:sp>
        <p:nvSpPr>
          <p:cNvPr id="6" name="Marcador de número de diapositiva 5">
            <a:extLst>
              <a:ext uri="{FF2B5EF4-FFF2-40B4-BE49-F238E27FC236}">
                <a16:creationId xmlns:a16="http://schemas.microsoft.com/office/drawing/2014/main" id="{33AB3027-3999-BC25-09FF-E74B99A7A492}"/>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3136554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77803E-CA32-41E0-8EAB-24BC625A588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A"/>
          </a:p>
        </p:txBody>
      </p:sp>
      <p:sp>
        <p:nvSpPr>
          <p:cNvPr id="3" name="Marcador de texto 2">
            <a:extLst>
              <a:ext uri="{FF2B5EF4-FFF2-40B4-BE49-F238E27FC236}">
                <a16:creationId xmlns:a16="http://schemas.microsoft.com/office/drawing/2014/main" id="{E25CF016-6BBE-0E01-FDB0-2DB51DECF7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8317B22-8F85-DC84-4A66-D636AC507D9F}"/>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5" name="Marcador de pie de página 4">
            <a:extLst>
              <a:ext uri="{FF2B5EF4-FFF2-40B4-BE49-F238E27FC236}">
                <a16:creationId xmlns:a16="http://schemas.microsoft.com/office/drawing/2014/main" id="{0DF5F47C-D4C0-60AA-A5C1-B786D915883C}"/>
              </a:ext>
            </a:extLst>
          </p:cNvPr>
          <p:cNvSpPr>
            <a:spLocks noGrp="1"/>
          </p:cNvSpPr>
          <p:nvPr>
            <p:ph type="ftr" sz="quarter" idx="11"/>
          </p:nvPr>
        </p:nvSpPr>
        <p:spPr/>
        <p:txBody>
          <a:bodyPr/>
          <a:lstStyle/>
          <a:p>
            <a:endParaRPr lang="es-PA"/>
          </a:p>
        </p:txBody>
      </p:sp>
      <p:sp>
        <p:nvSpPr>
          <p:cNvPr id="6" name="Marcador de número de diapositiva 5">
            <a:extLst>
              <a:ext uri="{FF2B5EF4-FFF2-40B4-BE49-F238E27FC236}">
                <a16:creationId xmlns:a16="http://schemas.microsoft.com/office/drawing/2014/main" id="{BF03FA25-E1BA-FCA3-3925-570E62651FC5}"/>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2506142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4484F-A14F-2FE3-3872-8E0EE23A5842}"/>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contenido 2">
            <a:extLst>
              <a:ext uri="{FF2B5EF4-FFF2-40B4-BE49-F238E27FC236}">
                <a16:creationId xmlns:a16="http://schemas.microsoft.com/office/drawing/2014/main" id="{30942529-D348-DDB1-8BA2-61232F8E3EF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contenido 3">
            <a:extLst>
              <a:ext uri="{FF2B5EF4-FFF2-40B4-BE49-F238E27FC236}">
                <a16:creationId xmlns:a16="http://schemas.microsoft.com/office/drawing/2014/main" id="{7FAD640D-4986-67E8-2FB5-DB3AD4E326C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5" name="Marcador de fecha 4">
            <a:extLst>
              <a:ext uri="{FF2B5EF4-FFF2-40B4-BE49-F238E27FC236}">
                <a16:creationId xmlns:a16="http://schemas.microsoft.com/office/drawing/2014/main" id="{5F32A7AE-E1A2-665F-3593-3C123D3241CC}"/>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6" name="Marcador de pie de página 5">
            <a:extLst>
              <a:ext uri="{FF2B5EF4-FFF2-40B4-BE49-F238E27FC236}">
                <a16:creationId xmlns:a16="http://schemas.microsoft.com/office/drawing/2014/main" id="{C74163E1-86B0-1FB5-0E10-8B656EC259A5}"/>
              </a:ext>
            </a:extLst>
          </p:cNvPr>
          <p:cNvSpPr>
            <a:spLocks noGrp="1"/>
          </p:cNvSpPr>
          <p:nvPr>
            <p:ph type="ftr" sz="quarter" idx="11"/>
          </p:nvPr>
        </p:nvSpPr>
        <p:spPr/>
        <p:txBody>
          <a:bodyPr/>
          <a:lstStyle/>
          <a:p>
            <a:endParaRPr lang="es-PA"/>
          </a:p>
        </p:txBody>
      </p:sp>
      <p:sp>
        <p:nvSpPr>
          <p:cNvPr id="7" name="Marcador de número de diapositiva 6">
            <a:extLst>
              <a:ext uri="{FF2B5EF4-FFF2-40B4-BE49-F238E27FC236}">
                <a16:creationId xmlns:a16="http://schemas.microsoft.com/office/drawing/2014/main" id="{15F88B77-8EE5-AA4A-B094-3F3D9D25F434}"/>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2174623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3370F7-D4CA-2FA8-1253-B1EEB204394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A"/>
          </a:p>
        </p:txBody>
      </p:sp>
      <p:sp>
        <p:nvSpPr>
          <p:cNvPr id="3" name="Marcador de texto 2">
            <a:extLst>
              <a:ext uri="{FF2B5EF4-FFF2-40B4-BE49-F238E27FC236}">
                <a16:creationId xmlns:a16="http://schemas.microsoft.com/office/drawing/2014/main" id="{180C69A3-6BEB-CBC3-2299-0415506F7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EB458A6-5A2E-8DD9-9A6C-182562DD7CE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5" name="Marcador de texto 4">
            <a:extLst>
              <a:ext uri="{FF2B5EF4-FFF2-40B4-BE49-F238E27FC236}">
                <a16:creationId xmlns:a16="http://schemas.microsoft.com/office/drawing/2014/main" id="{853A4FA7-AFD7-BF79-7D1A-5B742E9E69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E5815DB-6E25-F74F-02BD-E3BDEB133EE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7" name="Marcador de fecha 6">
            <a:extLst>
              <a:ext uri="{FF2B5EF4-FFF2-40B4-BE49-F238E27FC236}">
                <a16:creationId xmlns:a16="http://schemas.microsoft.com/office/drawing/2014/main" id="{BB061B58-A94F-C748-8A56-4DAD4859C545}"/>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8" name="Marcador de pie de página 7">
            <a:extLst>
              <a:ext uri="{FF2B5EF4-FFF2-40B4-BE49-F238E27FC236}">
                <a16:creationId xmlns:a16="http://schemas.microsoft.com/office/drawing/2014/main" id="{730667E8-6194-4FE7-556D-D4B246DD12BF}"/>
              </a:ext>
            </a:extLst>
          </p:cNvPr>
          <p:cNvSpPr>
            <a:spLocks noGrp="1"/>
          </p:cNvSpPr>
          <p:nvPr>
            <p:ph type="ftr" sz="quarter" idx="11"/>
          </p:nvPr>
        </p:nvSpPr>
        <p:spPr/>
        <p:txBody>
          <a:bodyPr/>
          <a:lstStyle/>
          <a:p>
            <a:endParaRPr lang="es-PA"/>
          </a:p>
        </p:txBody>
      </p:sp>
      <p:sp>
        <p:nvSpPr>
          <p:cNvPr id="9" name="Marcador de número de diapositiva 8">
            <a:extLst>
              <a:ext uri="{FF2B5EF4-FFF2-40B4-BE49-F238E27FC236}">
                <a16:creationId xmlns:a16="http://schemas.microsoft.com/office/drawing/2014/main" id="{7D731F4C-0425-EA58-73ED-700CAD0F3FC8}"/>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1072897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4E01E3-10E7-E940-1CFE-B31A23AE43F0}"/>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fecha 2">
            <a:extLst>
              <a:ext uri="{FF2B5EF4-FFF2-40B4-BE49-F238E27FC236}">
                <a16:creationId xmlns:a16="http://schemas.microsoft.com/office/drawing/2014/main" id="{95CEAB5B-90AB-C494-7F7E-CE9B54EB82C1}"/>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4" name="Marcador de pie de página 3">
            <a:extLst>
              <a:ext uri="{FF2B5EF4-FFF2-40B4-BE49-F238E27FC236}">
                <a16:creationId xmlns:a16="http://schemas.microsoft.com/office/drawing/2014/main" id="{344E3ED2-8DE1-647D-5EB4-12B6282DF55F}"/>
              </a:ext>
            </a:extLst>
          </p:cNvPr>
          <p:cNvSpPr>
            <a:spLocks noGrp="1"/>
          </p:cNvSpPr>
          <p:nvPr>
            <p:ph type="ftr" sz="quarter" idx="11"/>
          </p:nvPr>
        </p:nvSpPr>
        <p:spPr/>
        <p:txBody>
          <a:bodyPr/>
          <a:lstStyle/>
          <a:p>
            <a:endParaRPr lang="es-PA"/>
          </a:p>
        </p:txBody>
      </p:sp>
      <p:sp>
        <p:nvSpPr>
          <p:cNvPr id="5" name="Marcador de número de diapositiva 4">
            <a:extLst>
              <a:ext uri="{FF2B5EF4-FFF2-40B4-BE49-F238E27FC236}">
                <a16:creationId xmlns:a16="http://schemas.microsoft.com/office/drawing/2014/main" id="{D43468F2-55D6-F3C2-DD72-447D33D4BEF8}"/>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1457709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63096CA-FE6F-8680-E1FE-CE06C848B767}"/>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3" name="Marcador de pie de página 2">
            <a:extLst>
              <a:ext uri="{FF2B5EF4-FFF2-40B4-BE49-F238E27FC236}">
                <a16:creationId xmlns:a16="http://schemas.microsoft.com/office/drawing/2014/main" id="{B45C8567-E1ED-648C-5179-EF4FA42D6966}"/>
              </a:ext>
            </a:extLst>
          </p:cNvPr>
          <p:cNvSpPr>
            <a:spLocks noGrp="1"/>
          </p:cNvSpPr>
          <p:nvPr>
            <p:ph type="ftr" sz="quarter" idx="11"/>
          </p:nvPr>
        </p:nvSpPr>
        <p:spPr/>
        <p:txBody>
          <a:bodyPr/>
          <a:lstStyle/>
          <a:p>
            <a:endParaRPr lang="es-PA"/>
          </a:p>
        </p:txBody>
      </p:sp>
      <p:sp>
        <p:nvSpPr>
          <p:cNvPr id="4" name="Marcador de número de diapositiva 3">
            <a:extLst>
              <a:ext uri="{FF2B5EF4-FFF2-40B4-BE49-F238E27FC236}">
                <a16:creationId xmlns:a16="http://schemas.microsoft.com/office/drawing/2014/main" id="{333D2CAE-B04D-D1C5-224F-F10747A128AE}"/>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747366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A106-657E-FF14-14FD-FFC9459E9A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A"/>
          </a:p>
        </p:txBody>
      </p:sp>
      <p:sp>
        <p:nvSpPr>
          <p:cNvPr id="3" name="Marcador de contenido 2">
            <a:extLst>
              <a:ext uri="{FF2B5EF4-FFF2-40B4-BE49-F238E27FC236}">
                <a16:creationId xmlns:a16="http://schemas.microsoft.com/office/drawing/2014/main" id="{422A2F04-C062-803B-4F50-B61D6EDACB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texto 3">
            <a:extLst>
              <a:ext uri="{FF2B5EF4-FFF2-40B4-BE49-F238E27FC236}">
                <a16:creationId xmlns:a16="http://schemas.microsoft.com/office/drawing/2014/main" id="{44BF03D8-D885-5318-B3FE-4ECC14F13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1018FC-3123-CFF4-AA77-2819BB15206C}"/>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6" name="Marcador de pie de página 5">
            <a:extLst>
              <a:ext uri="{FF2B5EF4-FFF2-40B4-BE49-F238E27FC236}">
                <a16:creationId xmlns:a16="http://schemas.microsoft.com/office/drawing/2014/main" id="{FBA8F99E-402A-628D-455A-57DD417F507C}"/>
              </a:ext>
            </a:extLst>
          </p:cNvPr>
          <p:cNvSpPr>
            <a:spLocks noGrp="1"/>
          </p:cNvSpPr>
          <p:nvPr>
            <p:ph type="ftr" sz="quarter" idx="11"/>
          </p:nvPr>
        </p:nvSpPr>
        <p:spPr/>
        <p:txBody>
          <a:bodyPr/>
          <a:lstStyle/>
          <a:p>
            <a:endParaRPr lang="es-PA"/>
          </a:p>
        </p:txBody>
      </p:sp>
      <p:sp>
        <p:nvSpPr>
          <p:cNvPr id="7" name="Marcador de número de diapositiva 6">
            <a:extLst>
              <a:ext uri="{FF2B5EF4-FFF2-40B4-BE49-F238E27FC236}">
                <a16:creationId xmlns:a16="http://schemas.microsoft.com/office/drawing/2014/main" id="{78A5C37B-DB1F-2183-18E9-A9AECAC3DDFE}"/>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18649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F6CE6-ED45-A0E9-AF1F-9A3C78A177A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A"/>
          </a:p>
        </p:txBody>
      </p:sp>
      <p:sp>
        <p:nvSpPr>
          <p:cNvPr id="3" name="Marcador de posición de imagen 2">
            <a:extLst>
              <a:ext uri="{FF2B5EF4-FFF2-40B4-BE49-F238E27FC236}">
                <a16:creationId xmlns:a16="http://schemas.microsoft.com/office/drawing/2014/main" id="{F4114008-A24C-C436-7553-649A811FB5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A"/>
          </a:p>
        </p:txBody>
      </p:sp>
      <p:sp>
        <p:nvSpPr>
          <p:cNvPr id="4" name="Marcador de texto 3">
            <a:extLst>
              <a:ext uri="{FF2B5EF4-FFF2-40B4-BE49-F238E27FC236}">
                <a16:creationId xmlns:a16="http://schemas.microsoft.com/office/drawing/2014/main" id="{FEA76A3E-EE42-ED6D-C1E6-E37A4D2D9B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4B8C272-1D2A-3FDC-0C75-6DBDE35FCE60}"/>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6" name="Marcador de pie de página 5">
            <a:extLst>
              <a:ext uri="{FF2B5EF4-FFF2-40B4-BE49-F238E27FC236}">
                <a16:creationId xmlns:a16="http://schemas.microsoft.com/office/drawing/2014/main" id="{D74776C4-BA62-4703-AD1B-43D7EDED624D}"/>
              </a:ext>
            </a:extLst>
          </p:cNvPr>
          <p:cNvSpPr>
            <a:spLocks noGrp="1"/>
          </p:cNvSpPr>
          <p:nvPr>
            <p:ph type="ftr" sz="quarter" idx="11"/>
          </p:nvPr>
        </p:nvSpPr>
        <p:spPr/>
        <p:txBody>
          <a:bodyPr/>
          <a:lstStyle/>
          <a:p>
            <a:endParaRPr lang="es-PA"/>
          </a:p>
        </p:txBody>
      </p:sp>
      <p:sp>
        <p:nvSpPr>
          <p:cNvPr id="7" name="Marcador de número de diapositiva 6">
            <a:extLst>
              <a:ext uri="{FF2B5EF4-FFF2-40B4-BE49-F238E27FC236}">
                <a16:creationId xmlns:a16="http://schemas.microsoft.com/office/drawing/2014/main" id="{AB4468CB-5D1A-A3C8-339C-80EFBC71FE86}"/>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619472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AA4785-C603-A3DC-A516-B6C07DC68819}"/>
              </a:ext>
            </a:extLst>
          </p:cNvPr>
          <p:cNvSpPr>
            <a:spLocks noGrp="1"/>
          </p:cNvSpPr>
          <p:nvPr>
            <p:ph type="title"/>
          </p:nvPr>
        </p:nvSpPr>
        <p:spPr/>
        <p:txBody>
          <a:bodyPr/>
          <a:lstStyle/>
          <a:p>
            <a:r>
              <a:rPr lang="es-ES"/>
              <a:t>Haga clic para modificar el estilo de título del patrón</a:t>
            </a:r>
            <a:endParaRPr lang="es-PA"/>
          </a:p>
        </p:txBody>
      </p:sp>
      <p:sp>
        <p:nvSpPr>
          <p:cNvPr id="3" name="Marcador de texto vertical 2">
            <a:extLst>
              <a:ext uri="{FF2B5EF4-FFF2-40B4-BE49-F238E27FC236}">
                <a16:creationId xmlns:a16="http://schemas.microsoft.com/office/drawing/2014/main" id="{86D0EB93-59D8-BCB4-04CB-540FAE1AFAC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BDC768F4-E0FC-286D-D967-8254E0073001}"/>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5" name="Marcador de pie de página 4">
            <a:extLst>
              <a:ext uri="{FF2B5EF4-FFF2-40B4-BE49-F238E27FC236}">
                <a16:creationId xmlns:a16="http://schemas.microsoft.com/office/drawing/2014/main" id="{3CFF596E-86FE-F51F-C479-1AA2B667D391}"/>
              </a:ext>
            </a:extLst>
          </p:cNvPr>
          <p:cNvSpPr>
            <a:spLocks noGrp="1"/>
          </p:cNvSpPr>
          <p:nvPr>
            <p:ph type="ftr" sz="quarter" idx="11"/>
          </p:nvPr>
        </p:nvSpPr>
        <p:spPr/>
        <p:txBody>
          <a:bodyPr/>
          <a:lstStyle/>
          <a:p>
            <a:endParaRPr lang="es-PA"/>
          </a:p>
        </p:txBody>
      </p:sp>
      <p:sp>
        <p:nvSpPr>
          <p:cNvPr id="6" name="Marcador de número de diapositiva 5">
            <a:extLst>
              <a:ext uri="{FF2B5EF4-FFF2-40B4-BE49-F238E27FC236}">
                <a16:creationId xmlns:a16="http://schemas.microsoft.com/office/drawing/2014/main" id="{CC067706-5310-67CD-551D-553CB6D223C4}"/>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363043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38772AD-AF55-D1E2-F269-3585CD5CDD1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A"/>
          </a:p>
        </p:txBody>
      </p:sp>
      <p:sp>
        <p:nvSpPr>
          <p:cNvPr id="3" name="Marcador de texto vertical 2">
            <a:extLst>
              <a:ext uri="{FF2B5EF4-FFF2-40B4-BE49-F238E27FC236}">
                <a16:creationId xmlns:a16="http://schemas.microsoft.com/office/drawing/2014/main" id="{9EEB385E-B513-9DEB-E1A0-D3C597E9B0B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D43A7D30-AC28-AB08-2339-FF3577A40755}"/>
              </a:ext>
            </a:extLst>
          </p:cNvPr>
          <p:cNvSpPr>
            <a:spLocks noGrp="1"/>
          </p:cNvSpPr>
          <p:nvPr>
            <p:ph type="dt" sz="half" idx="10"/>
          </p:nvPr>
        </p:nvSpPr>
        <p:spPr/>
        <p:txBody>
          <a:bodyPr/>
          <a:lstStyle/>
          <a:p>
            <a:fld id="{116B2859-B2AF-4D94-932A-FD0551B14F3E}" type="datetimeFigureOut">
              <a:rPr lang="es-PA" smtClean="0"/>
              <a:t>09/28/2025</a:t>
            </a:fld>
            <a:endParaRPr lang="es-PA"/>
          </a:p>
        </p:txBody>
      </p:sp>
      <p:sp>
        <p:nvSpPr>
          <p:cNvPr id="5" name="Marcador de pie de página 4">
            <a:extLst>
              <a:ext uri="{FF2B5EF4-FFF2-40B4-BE49-F238E27FC236}">
                <a16:creationId xmlns:a16="http://schemas.microsoft.com/office/drawing/2014/main" id="{2F64A38E-D2CC-5423-A3D0-DCEC9C9AB145}"/>
              </a:ext>
            </a:extLst>
          </p:cNvPr>
          <p:cNvSpPr>
            <a:spLocks noGrp="1"/>
          </p:cNvSpPr>
          <p:nvPr>
            <p:ph type="ftr" sz="quarter" idx="11"/>
          </p:nvPr>
        </p:nvSpPr>
        <p:spPr/>
        <p:txBody>
          <a:bodyPr/>
          <a:lstStyle/>
          <a:p>
            <a:endParaRPr lang="es-PA"/>
          </a:p>
        </p:txBody>
      </p:sp>
      <p:sp>
        <p:nvSpPr>
          <p:cNvPr id="6" name="Marcador de número de diapositiva 5">
            <a:extLst>
              <a:ext uri="{FF2B5EF4-FFF2-40B4-BE49-F238E27FC236}">
                <a16:creationId xmlns:a16="http://schemas.microsoft.com/office/drawing/2014/main" id="{282C0BCF-B57E-ACEF-82C2-4040AE6856EA}"/>
              </a:ext>
            </a:extLst>
          </p:cNvPr>
          <p:cNvSpPr>
            <a:spLocks noGrp="1"/>
          </p:cNvSpPr>
          <p:nvPr>
            <p:ph type="sldNum" sz="quarter" idx="12"/>
          </p:nvPr>
        </p:nvSpPr>
        <p:spPr/>
        <p:txBody>
          <a:bodyPr/>
          <a:lstStyle/>
          <a:p>
            <a:fld id="{231CDD09-E7E4-49A3-AB40-2973288B5B14}" type="slidenum">
              <a:rPr lang="es-PA" smtClean="0"/>
              <a:t>‹Nº›</a:t>
            </a:fld>
            <a:endParaRPr lang="es-PA"/>
          </a:p>
        </p:txBody>
      </p:sp>
    </p:spTree>
    <p:extLst>
      <p:ext uri="{BB962C8B-B14F-4D97-AF65-F5344CB8AC3E}">
        <p14:creationId xmlns:p14="http://schemas.microsoft.com/office/powerpoint/2010/main" val="56969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0DF97F7-AE89-72E1-0DA3-BC980A47D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A"/>
          </a:p>
        </p:txBody>
      </p:sp>
      <p:sp>
        <p:nvSpPr>
          <p:cNvPr id="3" name="Marcador de texto 2">
            <a:extLst>
              <a:ext uri="{FF2B5EF4-FFF2-40B4-BE49-F238E27FC236}">
                <a16:creationId xmlns:a16="http://schemas.microsoft.com/office/drawing/2014/main" id="{59FE6610-E4C1-D5BB-76A5-1D7F1C4CE9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A"/>
          </a:p>
        </p:txBody>
      </p:sp>
      <p:sp>
        <p:nvSpPr>
          <p:cNvPr id="4" name="Marcador de fecha 3">
            <a:extLst>
              <a:ext uri="{FF2B5EF4-FFF2-40B4-BE49-F238E27FC236}">
                <a16:creationId xmlns:a16="http://schemas.microsoft.com/office/drawing/2014/main" id="{DAFB803A-D8C6-E93D-77A0-18BAD5CA45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6B2859-B2AF-4D94-932A-FD0551B14F3E}" type="datetimeFigureOut">
              <a:rPr lang="es-PA" smtClean="0"/>
              <a:t>09/28/2025</a:t>
            </a:fld>
            <a:endParaRPr lang="es-PA"/>
          </a:p>
        </p:txBody>
      </p:sp>
      <p:sp>
        <p:nvSpPr>
          <p:cNvPr id="5" name="Marcador de pie de página 4">
            <a:extLst>
              <a:ext uri="{FF2B5EF4-FFF2-40B4-BE49-F238E27FC236}">
                <a16:creationId xmlns:a16="http://schemas.microsoft.com/office/drawing/2014/main" id="{AC3E3495-61EE-B78C-5839-E00BA6EB3A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A"/>
          </a:p>
        </p:txBody>
      </p:sp>
      <p:sp>
        <p:nvSpPr>
          <p:cNvPr id="6" name="Marcador de número de diapositiva 5">
            <a:extLst>
              <a:ext uri="{FF2B5EF4-FFF2-40B4-BE49-F238E27FC236}">
                <a16:creationId xmlns:a16="http://schemas.microsoft.com/office/drawing/2014/main" id="{3F3735F8-9C8A-47F1-4533-D8D161F08D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1CDD09-E7E4-49A3-AB40-2973288B5B14}" type="slidenum">
              <a:rPr lang="es-PA" smtClean="0"/>
              <a:t>‹Nº›</a:t>
            </a:fld>
            <a:endParaRPr lang="es-PA"/>
          </a:p>
        </p:txBody>
      </p:sp>
    </p:spTree>
    <p:extLst>
      <p:ext uri="{BB962C8B-B14F-4D97-AF65-F5344CB8AC3E}">
        <p14:creationId xmlns:p14="http://schemas.microsoft.com/office/powerpoint/2010/main" val="66380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19.gif"/><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7203BF3F-FB64-4F33-00D4-5B35B3777590}"/>
              </a:ext>
            </a:extLst>
          </p:cNvPr>
          <p:cNvSpPr>
            <a:spLocks noGrp="1"/>
          </p:cNvSpPr>
          <p:nvPr>
            <p:ph type="subTitle" idx="1"/>
          </p:nvPr>
        </p:nvSpPr>
        <p:spPr>
          <a:xfrm>
            <a:off x="3709131" y="4613509"/>
            <a:ext cx="5561827" cy="541442"/>
          </a:xfrm>
        </p:spPr>
        <p:txBody>
          <a:bodyPr>
            <a:normAutofit/>
          </a:bodyPr>
          <a:lstStyle/>
          <a:p>
            <a:r>
              <a:rPr lang="es-PA" dirty="0"/>
              <a:t>Ing. Irina Fong</a:t>
            </a:r>
          </a:p>
        </p:txBody>
      </p:sp>
      <p:pic>
        <p:nvPicPr>
          <p:cNvPr id="3074" name="Picture 2" descr="Cómo integrar modelos LLM en tu aplicación Laravel con Prism">
            <a:extLst>
              <a:ext uri="{FF2B5EF4-FFF2-40B4-BE49-F238E27FC236}">
                <a16:creationId xmlns:a16="http://schemas.microsoft.com/office/drawing/2014/main" id="{5784E598-2C8C-B099-91C1-F576C7BE68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84" y="3371432"/>
            <a:ext cx="3267303" cy="326730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ágenes de Niña programando - Descarga gratuita en Freepik">
            <a:extLst>
              <a:ext uri="{FF2B5EF4-FFF2-40B4-BE49-F238E27FC236}">
                <a16:creationId xmlns:a16="http://schemas.microsoft.com/office/drawing/2014/main" id="{F60B04F7-0B3B-ECC0-B379-43C8C55033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8393" y="0"/>
            <a:ext cx="3693607" cy="3693607"/>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CC613183-E60A-0CF1-E1EE-C08B6AAD9AE0}"/>
              </a:ext>
            </a:extLst>
          </p:cNvPr>
          <p:cNvSpPr>
            <a:spLocks noGrp="1"/>
          </p:cNvSpPr>
          <p:nvPr>
            <p:ph type="ctrTitle"/>
          </p:nvPr>
        </p:nvSpPr>
        <p:spPr>
          <a:xfrm>
            <a:off x="2984036" y="1461343"/>
            <a:ext cx="6780166" cy="2847682"/>
          </a:xfrm>
        </p:spPr>
        <p:txBody>
          <a:bodyPr>
            <a:normAutofit/>
          </a:bodyPr>
          <a:lstStyle/>
          <a:p>
            <a:r>
              <a:rPr lang="es-PA" sz="4000" b="1" dirty="0">
                <a:latin typeface="Times New Roman" panose="02020603050405020304" pitchFamily="18" charset="0"/>
                <a:cs typeface="Times New Roman" panose="02020603050405020304" pitchFamily="18" charset="0"/>
              </a:rPr>
              <a:t>Acercamiento a un </a:t>
            </a:r>
            <a:br>
              <a:rPr lang="es-PA" sz="4000" b="1" dirty="0">
                <a:latin typeface="Times New Roman" panose="02020603050405020304" pitchFamily="18" charset="0"/>
                <a:cs typeface="Times New Roman" panose="02020603050405020304" pitchFamily="18" charset="0"/>
              </a:rPr>
            </a:br>
            <a:r>
              <a:rPr lang="es-PA" sz="4000" b="1" dirty="0">
                <a:latin typeface="Times New Roman" panose="02020603050405020304" pitchFamily="18" charset="0"/>
                <a:cs typeface="Times New Roman" panose="02020603050405020304" pitchFamily="18" charset="0"/>
              </a:rPr>
              <a:t>Crud rápido </a:t>
            </a:r>
            <a:br>
              <a:rPr lang="es-PA" sz="4000" b="1" dirty="0">
                <a:latin typeface="Times New Roman" panose="02020603050405020304" pitchFamily="18" charset="0"/>
                <a:cs typeface="Times New Roman" panose="02020603050405020304" pitchFamily="18" charset="0"/>
              </a:rPr>
            </a:br>
            <a:r>
              <a:rPr lang="es-PA" sz="4000" b="1" dirty="0">
                <a:latin typeface="Times New Roman" panose="02020603050405020304" pitchFamily="18" charset="0"/>
                <a:cs typeface="Times New Roman" panose="02020603050405020304" pitchFamily="18" charset="0"/>
              </a:rPr>
              <a:t>en Laravel</a:t>
            </a:r>
            <a:br>
              <a:rPr lang="es-PA" sz="4000" b="1" dirty="0">
                <a:latin typeface="Times New Roman" panose="02020603050405020304" pitchFamily="18" charset="0"/>
                <a:cs typeface="Times New Roman" panose="02020603050405020304" pitchFamily="18" charset="0"/>
              </a:rPr>
            </a:br>
            <a:r>
              <a:rPr lang="es-PA" sz="4000" b="1" dirty="0">
                <a:latin typeface="Times New Roman" panose="02020603050405020304" pitchFamily="18" charset="0"/>
                <a:cs typeface="Times New Roman" panose="02020603050405020304" pitchFamily="18" charset="0"/>
              </a:rPr>
              <a:t>Guía del Laboratorio #2 </a:t>
            </a:r>
            <a:br>
              <a:rPr lang="es-PA" sz="4000" b="1" dirty="0">
                <a:latin typeface="Times New Roman" panose="02020603050405020304" pitchFamily="18" charset="0"/>
                <a:cs typeface="Times New Roman" panose="02020603050405020304" pitchFamily="18" charset="0"/>
              </a:rPr>
            </a:br>
            <a:r>
              <a:rPr lang="es-PA" sz="4000" b="1" dirty="0">
                <a:latin typeface="Times New Roman" panose="02020603050405020304" pitchFamily="18" charset="0"/>
                <a:cs typeface="Times New Roman" panose="02020603050405020304" pitchFamily="18" charset="0"/>
              </a:rPr>
              <a:t>de CRUD con Laravel</a:t>
            </a:r>
          </a:p>
        </p:txBody>
      </p:sp>
      <p:pic>
        <p:nvPicPr>
          <p:cNvPr id="4" name="Imagen 3">
            <a:extLst>
              <a:ext uri="{FF2B5EF4-FFF2-40B4-BE49-F238E27FC236}">
                <a16:creationId xmlns:a16="http://schemas.microsoft.com/office/drawing/2014/main" id="{CF131B44-945F-0964-6398-E29E62A8150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6212" y="147491"/>
            <a:ext cx="1063703" cy="998021"/>
          </a:xfrm>
          <a:prstGeom prst="rect">
            <a:avLst/>
          </a:prstGeom>
          <a:noFill/>
        </p:spPr>
      </p:pic>
      <p:pic>
        <p:nvPicPr>
          <p:cNvPr id="5" name="Imagen 4">
            <a:extLst>
              <a:ext uri="{FF2B5EF4-FFF2-40B4-BE49-F238E27FC236}">
                <a16:creationId xmlns:a16="http://schemas.microsoft.com/office/drawing/2014/main" id="{4613CF80-2311-CFF2-4EE0-76586D19F03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0801560" y="5551101"/>
            <a:ext cx="1116795" cy="1115854"/>
          </a:xfrm>
          <a:prstGeom prst="rect">
            <a:avLst/>
          </a:prstGeom>
          <a:noFill/>
        </p:spPr>
      </p:pic>
    </p:spTree>
    <p:extLst>
      <p:ext uri="{BB962C8B-B14F-4D97-AF65-F5344CB8AC3E}">
        <p14:creationId xmlns:p14="http://schemas.microsoft.com/office/powerpoint/2010/main" val="692810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D2441A13-826A-0638-346E-739502D8A521}"/>
              </a:ext>
            </a:extLst>
          </p:cNvPr>
          <p:cNvSpPr>
            <a:spLocks noGrp="1"/>
          </p:cNvSpPr>
          <p:nvPr>
            <p:ph type="title"/>
          </p:nvPr>
        </p:nvSpPr>
        <p:spPr>
          <a:xfrm>
            <a:off x="1137036" y="548640"/>
            <a:ext cx="9543405" cy="1188720"/>
          </a:xfrm>
        </p:spPr>
        <p:txBody>
          <a:bodyPr>
            <a:normAutofit/>
          </a:bodyPr>
          <a:lstStyle/>
          <a:p>
            <a:pPr algn="ctr"/>
            <a:r>
              <a:rPr lang="es-PA" dirty="0">
                <a:solidFill>
                  <a:schemeClr val="tx1">
                    <a:lumMod val="85000"/>
                    <a:lumOff val="15000"/>
                  </a:schemeClr>
                </a:solidFill>
                <a:latin typeface="Times New Roman" panose="02020603050405020304" pitchFamily="18" charset="0"/>
                <a:cs typeface="Times New Roman" panose="02020603050405020304" pitchFamily="18" charset="0"/>
              </a:rPr>
              <a:t>Levantar el Sistema</a:t>
            </a:r>
          </a:p>
        </p:txBody>
      </p:sp>
      <p:graphicFrame>
        <p:nvGraphicFramePr>
          <p:cNvPr id="30" name="Marcador de contenido 2">
            <a:extLst>
              <a:ext uri="{FF2B5EF4-FFF2-40B4-BE49-F238E27FC236}">
                <a16:creationId xmlns:a16="http://schemas.microsoft.com/office/drawing/2014/main" id="{0CDCB2CF-2BF8-B225-BC35-F754375B1A1C}"/>
              </a:ext>
            </a:extLst>
          </p:cNvPr>
          <p:cNvGraphicFramePr>
            <a:graphicFrameLocks noGrp="1"/>
          </p:cNvGraphicFramePr>
          <p:nvPr>
            <p:ph idx="1"/>
            <p:extLst>
              <p:ext uri="{D42A27DB-BD31-4B8C-83A1-F6EECF244321}">
                <p14:modId xmlns:p14="http://schemas.microsoft.com/office/powerpoint/2010/main" val="457548357"/>
              </p:ext>
            </p:extLst>
          </p:nvPr>
        </p:nvGraphicFramePr>
        <p:xfrm>
          <a:off x="1957987" y="2431765"/>
          <a:ext cx="8276026" cy="33200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8"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473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4C1781-3E87-E0EB-7F8D-C867FE62235C}"/>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lang="en-US" sz="3600" b="1"/>
              <a:t>C:\wamp64\www\laravel new </a:t>
            </a:r>
            <a:r>
              <a:rPr lang="en-US" sz="3600" b="1">
                <a:highlight>
                  <a:srgbClr val="FFFF00"/>
                </a:highlight>
              </a:rPr>
              <a:t>crud_rapido</a:t>
            </a:r>
          </a:p>
        </p:txBody>
      </p:sp>
      <p:pic>
        <p:nvPicPr>
          <p:cNvPr id="4" name="Picture 3" descr="Un camino sin asfaltar con un rayo al final">
            <a:extLst>
              <a:ext uri="{FF2B5EF4-FFF2-40B4-BE49-F238E27FC236}">
                <a16:creationId xmlns:a16="http://schemas.microsoft.com/office/drawing/2014/main" id="{48F2F312-1384-3913-D972-CE923C377AB6}"/>
              </a:ext>
            </a:extLst>
          </p:cNvPr>
          <p:cNvPicPr>
            <a:picLocks noChangeAspect="1"/>
          </p:cNvPicPr>
          <p:nvPr/>
        </p:nvPicPr>
        <p:blipFill>
          <a:blip r:embed="rId2"/>
          <a:srcRect t="28529" b="20197"/>
          <a:stretch>
            <a:fillRect/>
          </a:stretch>
        </p:blipFill>
        <p:spPr>
          <a:xfrm>
            <a:off x="20" y="-39"/>
            <a:ext cx="12191980" cy="4172740"/>
          </a:xfrm>
          <a:prstGeom prst="rect">
            <a:avLst/>
          </a:prstGeom>
        </p:spPr>
      </p:pic>
      <p:cxnSp>
        <p:nvCxnSpPr>
          <p:cNvPr id="8" name="Straight Connector 7">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5341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3212AB-86BB-F38D-E913-DE6F0C7BBC8E}"/>
              </a:ext>
            </a:extLst>
          </p:cNvPr>
          <p:cNvSpPr>
            <a:spLocks noGrp="1"/>
          </p:cNvSpPr>
          <p:nvPr>
            <p:ph type="title"/>
          </p:nvPr>
        </p:nvSpPr>
        <p:spPr>
          <a:xfrm>
            <a:off x="520147" y="243030"/>
            <a:ext cx="10515600" cy="698362"/>
          </a:xfrm>
        </p:spPr>
        <p:txBody>
          <a:bodyPr>
            <a:normAutofit fontScale="90000"/>
          </a:bodyPr>
          <a:lstStyle/>
          <a:p>
            <a:pPr algn="ctr"/>
            <a:r>
              <a:rPr lang="es-PA" dirty="0"/>
              <a:t>Termina de Cargar Laravel</a:t>
            </a:r>
          </a:p>
        </p:txBody>
      </p:sp>
      <p:pic>
        <p:nvPicPr>
          <p:cNvPr id="5" name="Marcador de contenido 4" descr="Captura de pantalla de computadora&#10;&#10;El contenido generado por IA puede ser incorrecto.">
            <a:extLst>
              <a:ext uri="{FF2B5EF4-FFF2-40B4-BE49-F238E27FC236}">
                <a16:creationId xmlns:a16="http://schemas.microsoft.com/office/drawing/2014/main" id="{448EB39C-6297-BB72-935F-06483F53538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7960" y="941392"/>
            <a:ext cx="9116079" cy="5940420"/>
          </a:xfrm>
        </p:spPr>
      </p:pic>
    </p:spTree>
    <p:extLst>
      <p:ext uri="{BB962C8B-B14F-4D97-AF65-F5344CB8AC3E}">
        <p14:creationId xmlns:p14="http://schemas.microsoft.com/office/powerpoint/2010/main" val="2144070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0DA659-D29A-8A79-E427-7454829C844C}"/>
              </a:ext>
            </a:extLst>
          </p:cNvPr>
          <p:cNvSpPr>
            <a:spLocks noGrp="1"/>
          </p:cNvSpPr>
          <p:nvPr>
            <p:ph type="title"/>
          </p:nvPr>
        </p:nvSpPr>
        <p:spPr>
          <a:xfrm>
            <a:off x="838200" y="260559"/>
            <a:ext cx="10515600" cy="354852"/>
          </a:xfrm>
        </p:spPr>
        <p:txBody>
          <a:bodyPr>
            <a:normAutofit fontScale="90000"/>
          </a:bodyPr>
          <a:lstStyle/>
          <a:p>
            <a:pPr algn="ctr"/>
            <a:r>
              <a:rPr lang="es-PA" b="1" dirty="0"/>
              <a:t>Variables de Entorno</a:t>
            </a:r>
          </a:p>
        </p:txBody>
      </p:sp>
      <p:pic>
        <p:nvPicPr>
          <p:cNvPr id="7" name="Imagen 6">
            <a:extLst>
              <a:ext uri="{FF2B5EF4-FFF2-40B4-BE49-F238E27FC236}">
                <a16:creationId xmlns:a16="http://schemas.microsoft.com/office/drawing/2014/main" id="{0D4D3B60-4182-E22C-45F7-69589EC2691D}"/>
              </a:ext>
            </a:extLst>
          </p:cNvPr>
          <p:cNvPicPr>
            <a:picLocks noChangeAspect="1"/>
          </p:cNvPicPr>
          <p:nvPr/>
        </p:nvPicPr>
        <p:blipFill>
          <a:blip r:embed="rId2"/>
          <a:stretch>
            <a:fillRect/>
          </a:stretch>
        </p:blipFill>
        <p:spPr>
          <a:xfrm>
            <a:off x="496637" y="760588"/>
            <a:ext cx="6864133" cy="5640403"/>
          </a:xfrm>
          <a:prstGeom prst="rect">
            <a:avLst/>
          </a:prstGeom>
        </p:spPr>
      </p:pic>
      <p:sp>
        <p:nvSpPr>
          <p:cNvPr id="3" name="CuadroTexto 2">
            <a:extLst>
              <a:ext uri="{FF2B5EF4-FFF2-40B4-BE49-F238E27FC236}">
                <a16:creationId xmlns:a16="http://schemas.microsoft.com/office/drawing/2014/main" id="{0A002F92-3195-68E8-9FAB-830A3D992239}"/>
              </a:ext>
            </a:extLst>
          </p:cNvPr>
          <p:cNvSpPr txBox="1"/>
          <p:nvPr/>
        </p:nvSpPr>
        <p:spPr>
          <a:xfrm>
            <a:off x="7914968" y="2103461"/>
            <a:ext cx="3837654" cy="1200329"/>
          </a:xfrm>
          <a:prstGeom prst="rect">
            <a:avLst/>
          </a:prstGeom>
          <a:noFill/>
        </p:spPr>
        <p:txBody>
          <a:bodyPr wrap="none" rtlCol="0">
            <a:spAutoFit/>
          </a:bodyPr>
          <a:lstStyle/>
          <a:p>
            <a:r>
              <a:rPr lang="es-PA" dirty="0"/>
              <a:t>Antes de ejecutar las migraciones:</a:t>
            </a:r>
          </a:p>
          <a:p>
            <a:r>
              <a:rPr lang="es-PA" dirty="0"/>
              <a:t>Verificar que el archivo .env tenga las</a:t>
            </a:r>
          </a:p>
          <a:p>
            <a:r>
              <a:rPr lang="es-PA" dirty="0"/>
              <a:t>Credenciales necesarias para poder </a:t>
            </a:r>
          </a:p>
          <a:p>
            <a:r>
              <a:rPr lang="es-PA" dirty="0"/>
              <a:t>Correr las migraciones.</a:t>
            </a:r>
          </a:p>
        </p:txBody>
      </p:sp>
    </p:spTree>
    <p:extLst>
      <p:ext uri="{BB962C8B-B14F-4D97-AF65-F5344CB8AC3E}">
        <p14:creationId xmlns:p14="http://schemas.microsoft.com/office/powerpoint/2010/main" val="2294981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2E7518-6CAD-9056-65D2-6B9A8194F280}"/>
              </a:ext>
            </a:extLst>
          </p:cNvPr>
          <p:cNvSpPr>
            <a:spLocks noGrp="1"/>
          </p:cNvSpPr>
          <p:nvPr>
            <p:ph type="title"/>
          </p:nvPr>
        </p:nvSpPr>
        <p:spPr/>
        <p:txBody>
          <a:bodyPr/>
          <a:lstStyle/>
          <a:p>
            <a:r>
              <a:rPr lang="es-PA"/>
              <a:t>Errores típicos (Con la longitud de Cadena)</a:t>
            </a:r>
            <a:endParaRPr lang="es-PA" dirty="0"/>
          </a:p>
        </p:txBody>
      </p:sp>
      <p:sp>
        <p:nvSpPr>
          <p:cNvPr id="4" name="Rectángulo: esquinas redondeadas 3">
            <a:extLst>
              <a:ext uri="{FF2B5EF4-FFF2-40B4-BE49-F238E27FC236}">
                <a16:creationId xmlns:a16="http://schemas.microsoft.com/office/drawing/2014/main" id="{415DE3D2-E227-C260-3A9A-A171E81D05D9}"/>
              </a:ext>
            </a:extLst>
          </p:cNvPr>
          <p:cNvSpPr/>
          <p:nvPr/>
        </p:nvSpPr>
        <p:spPr>
          <a:xfrm>
            <a:off x="1278194" y="1633897"/>
            <a:ext cx="6469625" cy="13175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s-PA" b="1">
                <a:latin typeface="Times New Roman" panose="02020603050405020304" pitchFamily="18" charset="0"/>
                <a:cs typeface="Times New Roman" panose="02020603050405020304" pitchFamily="18" charset="0"/>
              </a:rPr>
              <a:t>use Illuminate\Support\Facades\Schema;</a:t>
            </a:r>
            <a:endParaRPr lang="es-PA" b="1" dirty="0">
              <a:latin typeface="Times New Roman" panose="02020603050405020304" pitchFamily="18" charset="0"/>
              <a:cs typeface="Times New Roman" panose="02020603050405020304" pitchFamily="18" charset="0"/>
            </a:endParaRPr>
          </a:p>
        </p:txBody>
      </p:sp>
      <p:sp>
        <p:nvSpPr>
          <p:cNvPr id="5" name="Rectángulo: esquinas redondeadas 4">
            <a:extLst>
              <a:ext uri="{FF2B5EF4-FFF2-40B4-BE49-F238E27FC236}">
                <a16:creationId xmlns:a16="http://schemas.microsoft.com/office/drawing/2014/main" id="{CA928DE6-7E67-2655-B8F0-C20FFD859364}"/>
              </a:ext>
            </a:extLst>
          </p:cNvPr>
          <p:cNvSpPr/>
          <p:nvPr/>
        </p:nvSpPr>
        <p:spPr>
          <a:xfrm>
            <a:off x="1278194" y="3208492"/>
            <a:ext cx="6469625" cy="154049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s-PA"/>
              <a:t>  public function boot(): void </a:t>
            </a:r>
          </a:p>
          <a:p>
            <a:r>
              <a:rPr lang="es-PA"/>
              <a:t>  {</a:t>
            </a:r>
          </a:p>
          <a:p>
            <a:r>
              <a:rPr lang="es-PA"/>
              <a:t>        </a:t>
            </a:r>
            <a:r>
              <a:rPr lang="es-PA" b="1"/>
              <a:t>Schema::defaultStringLength(191); </a:t>
            </a:r>
          </a:p>
          <a:p>
            <a:br>
              <a:rPr lang="es-PA"/>
            </a:br>
            <a:r>
              <a:rPr lang="es-PA"/>
              <a:t>   }</a:t>
            </a:r>
            <a:endParaRPr lang="es-PA" dirty="0"/>
          </a:p>
        </p:txBody>
      </p:sp>
      <p:sp>
        <p:nvSpPr>
          <p:cNvPr id="6" name="Rectángulo: esquinas redondeadas 5">
            <a:extLst>
              <a:ext uri="{FF2B5EF4-FFF2-40B4-BE49-F238E27FC236}">
                <a16:creationId xmlns:a16="http://schemas.microsoft.com/office/drawing/2014/main" id="{9F902C26-1A15-BC96-FB62-010E63B1C5B5}"/>
              </a:ext>
            </a:extLst>
          </p:cNvPr>
          <p:cNvSpPr/>
          <p:nvPr/>
        </p:nvSpPr>
        <p:spPr>
          <a:xfrm>
            <a:off x="678426" y="5368413"/>
            <a:ext cx="10835148" cy="9144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s-PA"/>
              <a:t>Schema es una clase que te permite crear, modificar y eliminar en la Base de datos. Es parte del Sistema de Migraciones de Laravel.</a:t>
            </a:r>
            <a:endParaRPr lang="es-PA" dirty="0"/>
          </a:p>
        </p:txBody>
      </p:sp>
    </p:spTree>
    <p:extLst>
      <p:ext uri="{BB962C8B-B14F-4D97-AF65-F5344CB8AC3E}">
        <p14:creationId xmlns:p14="http://schemas.microsoft.com/office/powerpoint/2010/main" val="1953270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BEB012A8-8C74-3A8B-EAD7-EAC73231C583}"/>
              </a:ext>
            </a:extLst>
          </p:cNvPr>
          <p:cNvSpPr>
            <a:spLocks noGrp="1"/>
          </p:cNvSpPr>
          <p:nvPr>
            <p:ph type="title"/>
          </p:nvPr>
        </p:nvSpPr>
        <p:spPr>
          <a:xfrm>
            <a:off x="1115568" y="548640"/>
            <a:ext cx="10168128" cy="1179576"/>
          </a:xfrm>
        </p:spPr>
        <p:txBody>
          <a:bodyPr>
            <a:normAutofit fontScale="90000"/>
          </a:bodyPr>
          <a:lstStyle/>
          <a:p>
            <a:r>
              <a:rPr lang="es-PA" sz="4000" dirty="0"/>
              <a:t>Utilizar </a:t>
            </a:r>
            <a:r>
              <a:rPr lang="es-PA" sz="4000" dirty="0" err="1"/>
              <a:t>Shema</a:t>
            </a:r>
            <a:br>
              <a:rPr lang="es-PA" sz="4000" dirty="0"/>
            </a:br>
            <a:r>
              <a:rPr lang="es-PA" sz="4000" dirty="0"/>
              <a:t>use </a:t>
            </a:r>
            <a:r>
              <a:rPr lang="es-PA" sz="4000" dirty="0" err="1"/>
              <a:t>Illuminate</a:t>
            </a:r>
            <a:r>
              <a:rPr lang="es-PA" sz="4000" dirty="0"/>
              <a:t>\</a:t>
            </a:r>
            <a:r>
              <a:rPr lang="es-PA" sz="4000" dirty="0" err="1"/>
              <a:t>Support</a:t>
            </a:r>
            <a:r>
              <a:rPr lang="es-PA" sz="4000" dirty="0"/>
              <a:t>\</a:t>
            </a:r>
            <a:r>
              <a:rPr lang="es-PA" sz="4000" dirty="0" err="1"/>
              <a:t>Facades</a:t>
            </a:r>
            <a:r>
              <a:rPr lang="es-PA" sz="4000" dirty="0"/>
              <a:t>\</a:t>
            </a:r>
            <a:r>
              <a:rPr lang="es-PA" sz="4000" dirty="0" err="1"/>
              <a:t>Schema</a:t>
            </a:r>
            <a:r>
              <a:rPr lang="es-PA" sz="4000" dirty="0"/>
              <a:t>;</a:t>
            </a:r>
            <a:br>
              <a:rPr lang="es-PA" sz="4000" dirty="0"/>
            </a:br>
            <a:r>
              <a:rPr lang="es-PA" sz="4000" dirty="0" err="1"/>
              <a:t>Shema</a:t>
            </a:r>
            <a:r>
              <a:rPr lang="es-PA" sz="4000" dirty="0"/>
              <a:t>::</a:t>
            </a:r>
            <a:r>
              <a:rPr lang="es-PA" sz="4000" dirty="0" err="1"/>
              <a:t>defaultStringLenght</a:t>
            </a:r>
            <a:r>
              <a:rPr lang="es-PA" sz="4000" dirty="0"/>
              <a:t>(191);</a:t>
            </a:r>
          </a:p>
        </p:txBody>
      </p:sp>
      <p:sp>
        <p:nvSpPr>
          <p:cNvPr id="16" name="Rectangle 1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Imagen 4">
            <a:extLst>
              <a:ext uri="{FF2B5EF4-FFF2-40B4-BE49-F238E27FC236}">
                <a16:creationId xmlns:a16="http://schemas.microsoft.com/office/drawing/2014/main" id="{74B759F9-8744-7B3C-CFC3-3983D290690B}"/>
              </a:ext>
            </a:extLst>
          </p:cNvPr>
          <p:cNvPicPr>
            <a:picLocks noChangeAspect="1"/>
          </p:cNvPicPr>
          <p:nvPr/>
        </p:nvPicPr>
        <p:blipFill>
          <a:blip r:embed="rId2"/>
          <a:srcRect l="2828" r="21117"/>
          <a:stretch>
            <a:fillRect/>
          </a:stretch>
        </p:blipFill>
        <p:spPr>
          <a:xfrm>
            <a:off x="498834" y="2319355"/>
            <a:ext cx="6009855" cy="3694176"/>
          </a:xfrm>
          <a:prstGeom prst="rect">
            <a:avLst/>
          </a:prstGeom>
        </p:spPr>
      </p:pic>
      <p:sp>
        <p:nvSpPr>
          <p:cNvPr id="3" name="Marcador de contenido 2">
            <a:extLst>
              <a:ext uri="{FF2B5EF4-FFF2-40B4-BE49-F238E27FC236}">
                <a16:creationId xmlns:a16="http://schemas.microsoft.com/office/drawing/2014/main" id="{B55C4A5B-F9C7-52B0-2079-0185105BF918}"/>
              </a:ext>
            </a:extLst>
          </p:cNvPr>
          <p:cNvSpPr>
            <a:spLocks noGrp="1"/>
          </p:cNvSpPr>
          <p:nvPr>
            <p:ph idx="1"/>
          </p:nvPr>
        </p:nvSpPr>
        <p:spPr>
          <a:xfrm>
            <a:off x="6803618" y="2018806"/>
            <a:ext cx="5161547" cy="4235690"/>
          </a:xfrm>
        </p:spPr>
        <p:txBody>
          <a:bodyPr anchor="ctr">
            <a:normAutofit fontScale="85000" lnSpcReduction="20000"/>
          </a:bodyPr>
          <a:lstStyle/>
          <a:p>
            <a:endParaRPr lang="es-PA" dirty="0"/>
          </a:p>
          <a:p>
            <a:endParaRPr lang="es-PA" dirty="0"/>
          </a:p>
          <a:p>
            <a:r>
              <a:rPr lang="es-PA" dirty="0" err="1"/>
              <a:t>Shema</a:t>
            </a:r>
            <a:r>
              <a:rPr lang="es-PA" dirty="0"/>
              <a:t> es una clase que te permite crear, modificar y eliminar en la Base de datos. Es parte del Sistema de Migraciones de Laravel.</a:t>
            </a:r>
          </a:p>
          <a:p>
            <a:r>
              <a:rPr lang="es-PA" sz="2100" b="1" dirty="0">
                <a:latin typeface="Times New Roman" panose="02020603050405020304" pitchFamily="18" charset="0"/>
                <a:cs typeface="Times New Roman" panose="02020603050405020304" pitchFamily="18" charset="0"/>
              </a:rPr>
              <a:t>use </a:t>
            </a:r>
            <a:r>
              <a:rPr lang="es-PA" sz="2100" b="1" dirty="0" err="1">
                <a:latin typeface="Times New Roman" panose="02020603050405020304" pitchFamily="18" charset="0"/>
                <a:cs typeface="Times New Roman" panose="02020603050405020304" pitchFamily="18" charset="0"/>
              </a:rPr>
              <a:t>Illuminate</a:t>
            </a:r>
            <a:r>
              <a:rPr lang="es-PA" sz="2100" b="1" dirty="0">
                <a:latin typeface="Times New Roman" panose="02020603050405020304" pitchFamily="18" charset="0"/>
                <a:cs typeface="Times New Roman" panose="02020603050405020304" pitchFamily="18" charset="0"/>
              </a:rPr>
              <a:t>\</a:t>
            </a:r>
            <a:r>
              <a:rPr lang="es-PA" sz="2100" b="1" dirty="0" err="1">
                <a:latin typeface="Times New Roman" panose="02020603050405020304" pitchFamily="18" charset="0"/>
                <a:cs typeface="Times New Roman" panose="02020603050405020304" pitchFamily="18" charset="0"/>
              </a:rPr>
              <a:t>Support</a:t>
            </a:r>
            <a:r>
              <a:rPr lang="es-PA" sz="2100" b="1" dirty="0">
                <a:latin typeface="Times New Roman" panose="02020603050405020304" pitchFamily="18" charset="0"/>
                <a:cs typeface="Times New Roman" panose="02020603050405020304" pitchFamily="18" charset="0"/>
              </a:rPr>
              <a:t>\</a:t>
            </a:r>
            <a:r>
              <a:rPr lang="es-PA" sz="2100" b="1" dirty="0" err="1">
                <a:latin typeface="Times New Roman" panose="02020603050405020304" pitchFamily="18" charset="0"/>
                <a:cs typeface="Times New Roman" panose="02020603050405020304" pitchFamily="18" charset="0"/>
              </a:rPr>
              <a:t>Facades</a:t>
            </a:r>
            <a:r>
              <a:rPr lang="es-PA" sz="2100" b="1" dirty="0">
                <a:latin typeface="Times New Roman" panose="02020603050405020304" pitchFamily="18" charset="0"/>
                <a:cs typeface="Times New Roman" panose="02020603050405020304" pitchFamily="18" charset="0"/>
              </a:rPr>
              <a:t>\</a:t>
            </a:r>
            <a:r>
              <a:rPr lang="es-PA" sz="2100" b="1" dirty="0" err="1">
                <a:latin typeface="Times New Roman" panose="02020603050405020304" pitchFamily="18" charset="0"/>
                <a:cs typeface="Times New Roman" panose="02020603050405020304" pitchFamily="18" charset="0"/>
              </a:rPr>
              <a:t>Schema</a:t>
            </a:r>
            <a:r>
              <a:rPr lang="es-PA" sz="2100" b="1" dirty="0">
                <a:latin typeface="Times New Roman" panose="02020603050405020304" pitchFamily="18" charset="0"/>
                <a:cs typeface="Times New Roman" panose="02020603050405020304" pitchFamily="18" charset="0"/>
              </a:rPr>
              <a:t>;</a:t>
            </a:r>
          </a:p>
          <a:p>
            <a:pPr marL="0" indent="0">
              <a:buNone/>
            </a:pPr>
            <a:r>
              <a:rPr lang="es-PA" dirty="0"/>
              <a:t>  </a:t>
            </a:r>
            <a:r>
              <a:rPr lang="es-PA" dirty="0" err="1"/>
              <a:t>public</a:t>
            </a:r>
            <a:r>
              <a:rPr lang="es-PA" dirty="0"/>
              <a:t> </a:t>
            </a:r>
            <a:r>
              <a:rPr lang="es-PA" dirty="0" err="1"/>
              <a:t>function</a:t>
            </a:r>
            <a:r>
              <a:rPr lang="es-PA" dirty="0"/>
              <a:t> </a:t>
            </a:r>
            <a:r>
              <a:rPr lang="es-PA" dirty="0" err="1"/>
              <a:t>boot</a:t>
            </a:r>
            <a:r>
              <a:rPr lang="es-PA" dirty="0"/>
              <a:t>(): </a:t>
            </a:r>
            <a:r>
              <a:rPr lang="es-PA" dirty="0" err="1"/>
              <a:t>void</a:t>
            </a:r>
            <a:r>
              <a:rPr lang="es-PA" dirty="0"/>
              <a:t> </a:t>
            </a:r>
          </a:p>
          <a:p>
            <a:pPr marL="0" indent="0">
              <a:buNone/>
            </a:pPr>
            <a:r>
              <a:rPr lang="es-PA" dirty="0"/>
              <a:t>  {</a:t>
            </a:r>
          </a:p>
          <a:p>
            <a:pPr marL="0" indent="0">
              <a:buNone/>
            </a:pPr>
            <a:r>
              <a:rPr lang="es-PA" sz="1900" dirty="0"/>
              <a:t>        </a:t>
            </a:r>
            <a:r>
              <a:rPr lang="es-PA" sz="1900" b="1" dirty="0" err="1"/>
              <a:t>Schema</a:t>
            </a:r>
            <a:r>
              <a:rPr lang="es-PA" sz="1900" b="1" dirty="0"/>
              <a:t>::</a:t>
            </a:r>
            <a:r>
              <a:rPr lang="es-PA" sz="1900" b="1" dirty="0" err="1"/>
              <a:t>defaultStringLength</a:t>
            </a:r>
            <a:r>
              <a:rPr lang="es-PA" sz="1900" b="1" dirty="0"/>
              <a:t>(191); </a:t>
            </a:r>
          </a:p>
          <a:p>
            <a:pPr marL="0" indent="0">
              <a:buNone/>
            </a:pPr>
            <a:br>
              <a:rPr lang="es-PA" dirty="0"/>
            </a:br>
            <a:r>
              <a:rPr lang="es-PA" dirty="0"/>
              <a:t>    }</a:t>
            </a:r>
          </a:p>
          <a:p>
            <a:endParaRPr lang="es-PA" sz="1600" dirty="0"/>
          </a:p>
          <a:p>
            <a:endParaRPr lang="es-PA" sz="1800" dirty="0"/>
          </a:p>
          <a:p>
            <a:endParaRPr lang="es-PA" sz="1800" dirty="0"/>
          </a:p>
        </p:txBody>
      </p:sp>
    </p:spTree>
    <p:extLst>
      <p:ext uri="{BB962C8B-B14F-4D97-AF65-F5344CB8AC3E}">
        <p14:creationId xmlns:p14="http://schemas.microsoft.com/office/powerpoint/2010/main" val="1518613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67EF46-385C-2EA6-55A7-F5E114805B0D}"/>
              </a:ext>
            </a:extLst>
          </p:cNvPr>
          <p:cNvPicPr>
            <a:picLocks noChangeAspect="1"/>
          </p:cNvPicPr>
          <p:nvPr/>
        </p:nvPicPr>
        <p:blipFill>
          <a:blip r:embed="rId2">
            <a:duotone>
              <a:schemeClr val="bg2">
                <a:shade val="45000"/>
                <a:satMod val="135000"/>
              </a:schemeClr>
              <a:prstClr val="white"/>
            </a:duotone>
          </a:blip>
          <a:srcRect t="23743" b="12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4154350-17C4-DBB5-AD37-1B449B0E87C1}"/>
              </a:ext>
            </a:extLst>
          </p:cNvPr>
          <p:cNvSpPr>
            <a:spLocks noGrp="1"/>
          </p:cNvSpPr>
          <p:nvPr>
            <p:ph type="title"/>
          </p:nvPr>
        </p:nvSpPr>
        <p:spPr>
          <a:xfrm>
            <a:off x="838200" y="365125"/>
            <a:ext cx="10515600" cy="1325563"/>
          </a:xfrm>
        </p:spPr>
        <p:txBody>
          <a:bodyPr>
            <a:normAutofit/>
          </a:bodyPr>
          <a:lstStyle/>
          <a:p>
            <a:pPr algn="ctr"/>
            <a:r>
              <a:rPr lang="es-PA" dirty="0">
                <a:latin typeface="Times New Roman" panose="02020603050405020304" pitchFamily="18" charset="0"/>
                <a:cs typeface="Times New Roman" panose="02020603050405020304" pitchFamily="18" charset="0"/>
              </a:rPr>
              <a:t>CRUD con Laravel</a:t>
            </a:r>
          </a:p>
        </p:txBody>
      </p:sp>
      <p:graphicFrame>
        <p:nvGraphicFramePr>
          <p:cNvPr id="5" name="Marcador de contenido 2">
            <a:extLst>
              <a:ext uri="{FF2B5EF4-FFF2-40B4-BE49-F238E27FC236}">
                <a16:creationId xmlns:a16="http://schemas.microsoft.com/office/drawing/2014/main" id="{CD9B1167-221B-8D6F-48EA-A016E46C5D2A}"/>
              </a:ext>
            </a:extLst>
          </p:cNvPr>
          <p:cNvGraphicFramePr>
            <a:graphicFrameLocks noGrp="1"/>
          </p:cNvGraphicFramePr>
          <p:nvPr>
            <p:ph idx="1"/>
            <p:extLst>
              <p:ext uri="{D42A27DB-BD31-4B8C-83A1-F6EECF244321}">
                <p14:modId xmlns:p14="http://schemas.microsoft.com/office/powerpoint/2010/main" val="326971199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75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rea Migrations Laravel desde la Base – Ingenius">
            <a:extLst>
              <a:ext uri="{FF2B5EF4-FFF2-40B4-BE49-F238E27FC236}">
                <a16:creationId xmlns:a16="http://schemas.microsoft.com/office/drawing/2014/main" id="{8080102E-80B4-E524-C466-766B74DAC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807" y="0"/>
            <a:ext cx="1310445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8CDF475A-35A7-F45D-8614-9DDEAC221F26}"/>
              </a:ext>
            </a:extLst>
          </p:cNvPr>
          <p:cNvSpPr>
            <a:spLocks noGrp="1"/>
          </p:cNvSpPr>
          <p:nvPr>
            <p:ph type="title"/>
          </p:nvPr>
        </p:nvSpPr>
        <p:spPr>
          <a:xfrm>
            <a:off x="471948" y="738751"/>
            <a:ext cx="5004619" cy="1325563"/>
          </a:xfrm>
        </p:spPr>
        <p:txBody>
          <a:bodyPr/>
          <a:lstStyle/>
          <a:p>
            <a:pPr algn="ctr"/>
            <a:r>
              <a:rPr lang="es-PA" b="1" i="1" dirty="0">
                <a:latin typeface="Times New Roman" panose="02020603050405020304" pitchFamily="18" charset="0"/>
                <a:cs typeface="Times New Roman" panose="02020603050405020304" pitchFamily="18" charset="0"/>
              </a:rPr>
              <a:t>Migraciones</a:t>
            </a:r>
          </a:p>
        </p:txBody>
      </p:sp>
    </p:spTree>
    <p:extLst>
      <p:ext uri="{BB962C8B-B14F-4D97-AF65-F5344CB8AC3E}">
        <p14:creationId xmlns:p14="http://schemas.microsoft.com/office/powerpoint/2010/main" val="3988031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927B0A8-0881-4B97-05F4-0187DFF7B114}"/>
              </a:ext>
            </a:extLst>
          </p:cNvPr>
          <p:cNvSpPr>
            <a:spLocks noGrp="1"/>
          </p:cNvSpPr>
          <p:nvPr>
            <p:ph idx="1"/>
          </p:nvPr>
        </p:nvSpPr>
        <p:spPr>
          <a:xfrm>
            <a:off x="838200" y="4009515"/>
            <a:ext cx="10515600" cy="2548602"/>
          </a:xfrm>
        </p:spPr>
        <p:txBody>
          <a:bodyPr>
            <a:normAutofit fontScale="92500" lnSpcReduction="20000"/>
          </a:bodyPr>
          <a:lstStyle/>
          <a:p>
            <a:r>
              <a:rPr lang="es-PA" dirty="0">
                <a:latin typeface="Times New Roman" panose="02020603050405020304" pitchFamily="18" charset="0"/>
                <a:cs typeface="Times New Roman" panose="02020603050405020304" pitchFamily="18" charset="0"/>
              </a:rPr>
              <a:t>Nos permite migrar las tablas. ?</a:t>
            </a:r>
          </a:p>
          <a:p>
            <a:r>
              <a:rPr lang="es-ES" dirty="0">
                <a:latin typeface="Times New Roman" panose="02020603050405020304" pitchFamily="18" charset="0"/>
                <a:cs typeface="Times New Roman" panose="02020603050405020304" pitchFamily="18" charset="0"/>
              </a:rPr>
              <a:t>Este comando primero elimina todas las tablas existentes en la base de datos y luego ejecuta todas las migraciones desde cero, garantizando un estado limpio y consistente y resolviendo el conflicto</a:t>
            </a:r>
          </a:p>
          <a:p>
            <a:r>
              <a:rPr lang="es-ES" dirty="0">
                <a:latin typeface="Times New Roman" panose="02020603050405020304" pitchFamily="18" charset="0"/>
                <a:cs typeface="Times New Roman" panose="02020603050405020304" pitchFamily="18" charset="0"/>
              </a:rPr>
              <a:t>A diferencia de migrate:fresh (que borra y recrea todas las tablas), </a:t>
            </a:r>
            <a:r>
              <a:rPr lang="es-ES" dirty="0" err="1">
                <a:latin typeface="Times New Roman" panose="02020603050405020304" pitchFamily="18" charset="0"/>
                <a:cs typeface="Times New Roman" panose="02020603050405020304" pitchFamily="18" charset="0"/>
              </a:rPr>
              <a:t>migrate:rollback</a:t>
            </a:r>
            <a:r>
              <a:rPr lang="es-ES" dirty="0">
                <a:latin typeface="Times New Roman" panose="02020603050405020304" pitchFamily="18" charset="0"/>
                <a:cs typeface="Times New Roman" panose="02020603050405020304" pitchFamily="18" charset="0"/>
              </a:rPr>
              <a:t> es un comando más seguro y menos destructivo, ya que solo revierte </a:t>
            </a:r>
            <a:endParaRPr lang="es-PA" dirty="0">
              <a:latin typeface="Times New Roman" panose="02020603050405020304" pitchFamily="18" charset="0"/>
              <a:cs typeface="Times New Roman" panose="02020603050405020304" pitchFamily="18" charset="0"/>
            </a:endParaRPr>
          </a:p>
          <a:p>
            <a:endParaRPr lang="es-PA" dirty="0"/>
          </a:p>
          <a:p>
            <a:endParaRPr lang="es-PA" dirty="0"/>
          </a:p>
        </p:txBody>
      </p:sp>
      <p:graphicFrame>
        <p:nvGraphicFramePr>
          <p:cNvPr id="5" name="Diagrama 4">
            <a:extLst>
              <a:ext uri="{FF2B5EF4-FFF2-40B4-BE49-F238E27FC236}">
                <a16:creationId xmlns:a16="http://schemas.microsoft.com/office/drawing/2014/main" id="{2FBC614C-4CE4-24A1-C1D4-5DD9CE6E5753}"/>
              </a:ext>
            </a:extLst>
          </p:cNvPr>
          <p:cNvGraphicFramePr/>
          <p:nvPr>
            <p:extLst>
              <p:ext uri="{D42A27DB-BD31-4B8C-83A1-F6EECF244321}">
                <p14:modId xmlns:p14="http://schemas.microsoft.com/office/powerpoint/2010/main" val="1825221184"/>
              </p:ext>
            </p:extLst>
          </p:nvPr>
        </p:nvGraphicFramePr>
        <p:xfrm>
          <a:off x="1022555" y="550606"/>
          <a:ext cx="10245213" cy="3323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1540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1485D7-4B93-1F73-E354-E833E68F4C91}"/>
              </a:ext>
            </a:extLst>
          </p:cNvPr>
          <p:cNvSpPr>
            <a:spLocks noGrp="1"/>
          </p:cNvSpPr>
          <p:nvPr>
            <p:ph type="title"/>
          </p:nvPr>
        </p:nvSpPr>
        <p:spPr>
          <a:xfrm>
            <a:off x="838200" y="506343"/>
            <a:ext cx="10515600" cy="1131540"/>
          </a:xfrm>
        </p:spPr>
        <p:txBody>
          <a:bodyPr/>
          <a:lstStyle/>
          <a:p>
            <a:pPr algn="ctr"/>
            <a:r>
              <a:rPr lang="es-PA" b="1" dirty="0" err="1"/>
              <a:t>php</a:t>
            </a:r>
            <a:r>
              <a:rPr lang="es-PA" b="1" dirty="0"/>
              <a:t> </a:t>
            </a:r>
            <a:r>
              <a:rPr lang="es-PA" b="1" dirty="0" err="1"/>
              <a:t>artisan</a:t>
            </a:r>
            <a:r>
              <a:rPr lang="es-PA" b="1" dirty="0"/>
              <a:t> </a:t>
            </a:r>
            <a:r>
              <a:rPr lang="es-PA" b="1" dirty="0" err="1"/>
              <a:t>config:clear</a:t>
            </a:r>
            <a:endParaRPr lang="es-PA" b="1" dirty="0"/>
          </a:p>
        </p:txBody>
      </p:sp>
      <p:sp>
        <p:nvSpPr>
          <p:cNvPr id="3" name="Marcador de contenido 2">
            <a:extLst>
              <a:ext uri="{FF2B5EF4-FFF2-40B4-BE49-F238E27FC236}">
                <a16:creationId xmlns:a16="http://schemas.microsoft.com/office/drawing/2014/main" id="{C572F4B9-9260-D256-4E99-CB62E4EA48F2}"/>
              </a:ext>
            </a:extLst>
          </p:cNvPr>
          <p:cNvSpPr>
            <a:spLocks noGrp="1"/>
          </p:cNvSpPr>
          <p:nvPr>
            <p:ph idx="1"/>
          </p:nvPr>
        </p:nvSpPr>
        <p:spPr>
          <a:xfrm>
            <a:off x="838200" y="2317238"/>
            <a:ext cx="10515600" cy="3277317"/>
          </a:xfrm>
        </p:spPr>
        <p:txBody>
          <a:bodyPr/>
          <a:lstStyle/>
          <a:p>
            <a:r>
              <a:rPr lang="es-PA" dirty="0"/>
              <a:t>Laravel optimiza el rendimiento cargando todas las configuraciones del directorio </a:t>
            </a:r>
            <a:r>
              <a:rPr lang="es-PA" dirty="0" err="1"/>
              <a:t>config</a:t>
            </a:r>
            <a:r>
              <a:rPr lang="es-PA" dirty="0"/>
              <a:t>/ en un solo archivo cacheado. Esto evita que </a:t>
            </a:r>
            <a:r>
              <a:rPr lang="es-PA" dirty="0" err="1"/>
              <a:t>laravel</a:t>
            </a:r>
            <a:r>
              <a:rPr lang="es-PA" dirty="0"/>
              <a:t> tenga que leer múltiples archivos en cada solicitud.</a:t>
            </a:r>
          </a:p>
          <a:p>
            <a:r>
              <a:rPr lang="es-PA" dirty="0"/>
              <a:t>Bootstrap/cache/</a:t>
            </a:r>
            <a:r>
              <a:rPr lang="es-PA" dirty="0" err="1"/>
              <a:t>config.php</a:t>
            </a:r>
            <a:endParaRPr lang="es-PA" dirty="0"/>
          </a:p>
          <a:p>
            <a:r>
              <a:rPr lang="es-PA" dirty="0" err="1"/>
              <a:t>Php</a:t>
            </a:r>
            <a:r>
              <a:rPr lang="es-PA" dirty="0"/>
              <a:t> </a:t>
            </a:r>
            <a:r>
              <a:rPr lang="es-PA" dirty="0" err="1"/>
              <a:t>artisan</a:t>
            </a:r>
            <a:r>
              <a:rPr lang="es-PA" dirty="0"/>
              <a:t> </a:t>
            </a:r>
            <a:r>
              <a:rPr lang="es-PA" dirty="0" err="1"/>
              <a:t>config:clear</a:t>
            </a:r>
            <a:r>
              <a:rPr lang="es-PA" dirty="0"/>
              <a:t> –  esto hace que </a:t>
            </a:r>
            <a:r>
              <a:rPr lang="es-PA" dirty="0" err="1"/>
              <a:t>laravel</a:t>
            </a:r>
            <a:r>
              <a:rPr lang="es-PA" dirty="0"/>
              <a:t> deje de usar las versión cacheada y tome los valores actualizados.</a:t>
            </a:r>
          </a:p>
          <a:p>
            <a:pPr marL="0" indent="0">
              <a:buNone/>
            </a:pPr>
            <a:endParaRPr lang="es-PA" dirty="0"/>
          </a:p>
        </p:txBody>
      </p:sp>
    </p:spTree>
    <p:extLst>
      <p:ext uri="{BB962C8B-B14F-4D97-AF65-F5344CB8AC3E}">
        <p14:creationId xmlns:p14="http://schemas.microsoft.com/office/powerpoint/2010/main" val="3265174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D6920C-6C47-A57C-DBCC-C98CD725B183}"/>
              </a:ext>
            </a:extLst>
          </p:cNvPr>
          <p:cNvSpPr>
            <a:spLocks noGrp="1"/>
          </p:cNvSpPr>
          <p:nvPr>
            <p:ph type="title"/>
          </p:nvPr>
        </p:nvSpPr>
        <p:spPr/>
        <p:txBody>
          <a:bodyPr/>
          <a:lstStyle/>
          <a:p>
            <a:pPr algn="ctr"/>
            <a:r>
              <a:rPr lang="es-PA" b="1" dirty="0">
                <a:solidFill>
                  <a:schemeClr val="tx2">
                    <a:lumMod val="90000"/>
                    <a:lumOff val="10000"/>
                  </a:schemeClr>
                </a:solidFill>
                <a:latin typeface="Times New Roman" panose="02020603050405020304" pitchFamily="18" charset="0"/>
                <a:cs typeface="Times New Roman" panose="02020603050405020304" pitchFamily="18" charset="0"/>
              </a:rPr>
              <a:t>php artisan </a:t>
            </a:r>
            <a:r>
              <a:rPr lang="es-PA" b="1" dirty="0">
                <a:solidFill>
                  <a:schemeClr val="accent5">
                    <a:lumMod val="50000"/>
                  </a:schemeClr>
                </a:solidFill>
                <a:latin typeface="Times New Roman" panose="02020603050405020304" pitchFamily="18" charset="0"/>
                <a:cs typeface="Times New Roman" panose="02020603050405020304" pitchFamily="18" charset="0"/>
              </a:rPr>
              <a:t>make:model </a:t>
            </a:r>
            <a:r>
              <a:rPr lang="es-PA" b="1" dirty="0">
                <a:solidFill>
                  <a:schemeClr val="accent2">
                    <a:lumMod val="50000"/>
                  </a:schemeClr>
                </a:solidFill>
                <a:latin typeface="Times New Roman" panose="02020603050405020304" pitchFamily="18" charset="0"/>
                <a:cs typeface="Times New Roman" panose="02020603050405020304" pitchFamily="18" charset="0"/>
              </a:rPr>
              <a:t>Product</a:t>
            </a:r>
            <a:r>
              <a:rPr lang="es-PA" b="1" dirty="0">
                <a:latin typeface="Times New Roman" panose="02020603050405020304" pitchFamily="18" charset="0"/>
                <a:cs typeface="Times New Roman" panose="02020603050405020304" pitchFamily="18" charset="0"/>
              </a:rPr>
              <a:t> </a:t>
            </a:r>
            <a:r>
              <a:rPr lang="es-PA" b="1" dirty="0">
                <a:solidFill>
                  <a:schemeClr val="accent5">
                    <a:lumMod val="75000"/>
                  </a:schemeClr>
                </a:solidFill>
                <a:latin typeface="Times New Roman" panose="02020603050405020304" pitchFamily="18" charset="0"/>
                <a:cs typeface="Times New Roman" panose="02020603050405020304" pitchFamily="18" charset="0"/>
              </a:rPr>
              <a:t>-m</a:t>
            </a:r>
          </a:p>
        </p:txBody>
      </p:sp>
      <p:sp>
        <p:nvSpPr>
          <p:cNvPr id="3" name="Marcador de contenido 2">
            <a:extLst>
              <a:ext uri="{FF2B5EF4-FFF2-40B4-BE49-F238E27FC236}">
                <a16:creationId xmlns:a16="http://schemas.microsoft.com/office/drawing/2014/main" id="{02F0E6DA-A829-EABE-8CA2-70A340E7C397}"/>
              </a:ext>
            </a:extLst>
          </p:cNvPr>
          <p:cNvSpPr>
            <a:spLocks noGrp="1"/>
          </p:cNvSpPr>
          <p:nvPr>
            <p:ph idx="1"/>
          </p:nvPr>
        </p:nvSpPr>
        <p:spPr>
          <a:xfrm>
            <a:off x="671052" y="1864494"/>
            <a:ext cx="11117826" cy="4221674"/>
          </a:xfrm>
        </p:spPr>
        <p:txBody>
          <a:bodyPr>
            <a:noAutofit/>
          </a:bodyPr>
          <a:lstStyle/>
          <a:p>
            <a:pPr marL="0" indent="0">
              <a:buNone/>
            </a:pPr>
            <a:r>
              <a:rPr lang="es-ES" b="1" dirty="0">
                <a:latin typeface="Times New Roman" panose="02020603050405020304" pitchFamily="18" charset="0"/>
                <a:cs typeface="Times New Roman" panose="02020603050405020304" pitchFamily="18" charset="0"/>
              </a:rPr>
              <a:t>Qué hace este comando en Laravel</a:t>
            </a:r>
            <a:r>
              <a:rPr lang="es-ES" dirty="0">
                <a:latin typeface="Times New Roman" panose="02020603050405020304" pitchFamily="18" charset="0"/>
                <a:cs typeface="Times New Roman" panose="02020603050405020304" pitchFamily="18" charset="0"/>
              </a:rPr>
              <a:t>:</a:t>
            </a:r>
          </a:p>
          <a:p>
            <a:pPr marL="514350" indent="-514350">
              <a:buAutoNum type="arabicPeriod"/>
            </a:pPr>
            <a:r>
              <a:rPr lang="es-PA" b="1" dirty="0">
                <a:solidFill>
                  <a:schemeClr val="accent6">
                    <a:lumMod val="50000"/>
                  </a:schemeClr>
                </a:solidFill>
                <a:latin typeface="Times New Roman" panose="02020603050405020304" pitchFamily="18" charset="0"/>
                <a:cs typeface="Times New Roman" panose="02020603050405020304" pitchFamily="18" charset="0"/>
              </a:rPr>
              <a:t>Php artisan make:model Product </a:t>
            </a:r>
          </a:p>
          <a:p>
            <a:r>
              <a:rPr lang="es-PA" dirty="0">
                <a:latin typeface="Times New Roman" panose="02020603050405020304" pitchFamily="18" charset="0"/>
                <a:cs typeface="Times New Roman" panose="02020603050405020304" pitchFamily="18" charset="0"/>
              </a:rPr>
              <a:t>Crea un modelo llamado Product en la carpeta app/</a:t>
            </a:r>
            <a:r>
              <a:rPr lang="es-PA" dirty="0" err="1">
                <a:latin typeface="Times New Roman" panose="02020603050405020304" pitchFamily="18" charset="0"/>
                <a:cs typeface="Times New Roman" panose="02020603050405020304" pitchFamily="18" charset="0"/>
              </a:rPr>
              <a:t>Models</a:t>
            </a:r>
            <a:r>
              <a:rPr lang="es-PA" dirty="0">
                <a:latin typeface="Times New Roman" panose="02020603050405020304" pitchFamily="18" charset="0"/>
                <a:cs typeface="Times New Roman" panose="02020603050405020304" pitchFamily="18" charset="0"/>
              </a:rPr>
              <a:t> ( o en App/ si usas una versión más antigua de Laravel)</a:t>
            </a:r>
          </a:p>
          <a:p>
            <a:pPr marL="0" indent="0">
              <a:buNone/>
            </a:pPr>
            <a:r>
              <a:rPr lang="es-PA" b="1" dirty="0">
                <a:latin typeface="Times New Roman" panose="02020603050405020304" pitchFamily="18" charset="0"/>
                <a:cs typeface="Times New Roman" panose="02020603050405020304" pitchFamily="18" charset="0"/>
              </a:rPr>
              <a:t>2.   </a:t>
            </a:r>
            <a:r>
              <a:rPr lang="es-PA" b="1" dirty="0">
                <a:solidFill>
                  <a:schemeClr val="accent5">
                    <a:lumMod val="75000"/>
                  </a:schemeClr>
                </a:solidFill>
                <a:latin typeface="Times New Roman" panose="02020603050405020304" pitchFamily="18" charset="0"/>
                <a:cs typeface="Times New Roman" panose="02020603050405020304" pitchFamily="18" charset="0"/>
              </a:rPr>
              <a:t>Opción -m</a:t>
            </a:r>
          </a:p>
          <a:p>
            <a:r>
              <a:rPr lang="es-PA" dirty="0">
                <a:latin typeface="Times New Roman" panose="02020603050405020304" pitchFamily="18" charset="0"/>
                <a:cs typeface="Times New Roman" panose="02020603050405020304" pitchFamily="18" charset="0"/>
              </a:rPr>
              <a:t>Indica que además del modelo, Laravel debe generar automáticamente una migración para la tabla asociada (products).</a:t>
            </a:r>
          </a:p>
          <a:p>
            <a:r>
              <a:rPr lang="es-PA" dirty="0">
                <a:latin typeface="Times New Roman" panose="02020603050405020304" pitchFamily="18" charset="0"/>
                <a:cs typeface="Times New Roman" panose="02020603050405020304" pitchFamily="18" charset="0"/>
              </a:rPr>
              <a:t>La migración se guarda en database/migrations/ y por defecto crea una estructura inicial para la tabla.</a:t>
            </a:r>
          </a:p>
        </p:txBody>
      </p:sp>
    </p:spTree>
    <p:extLst>
      <p:ext uri="{BB962C8B-B14F-4D97-AF65-F5344CB8AC3E}">
        <p14:creationId xmlns:p14="http://schemas.microsoft.com/office/powerpoint/2010/main" val="365457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12F44C-7920-4DDA-C819-CE75E10E1431}"/>
              </a:ext>
            </a:extLst>
          </p:cNvPr>
          <p:cNvSpPr>
            <a:spLocks noGrp="1"/>
          </p:cNvSpPr>
          <p:nvPr>
            <p:ph type="title"/>
          </p:nvPr>
        </p:nvSpPr>
        <p:spPr/>
        <p:txBody>
          <a:bodyPr>
            <a:normAutofit/>
          </a:bodyPr>
          <a:lstStyle/>
          <a:p>
            <a:pPr algn="ctr"/>
            <a:r>
              <a:rPr lang="es-PA" sz="3800" b="1" dirty="0">
                <a:latin typeface="Times New Roman" panose="02020603050405020304" pitchFamily="18" charset="0"/>
                <a:cs typeface="Times New Roman" panose="02020603050405020304" pitchFamily="18" charset="0"/>
              </a:rPr>
              <a:t>Resultado de php artisan make:model Product -m</a:t>
            </a:r>
          </a:p>
        </p:txBody>
      </p:sp>
      <p:pic>
        <p:nvPicPr>
          <p:cNvPr id="5" name="Imagen 4">
            <a:extLst>
              <a:ext uri="{FF2B5EF4-FFF2-40B4-BE49-F238E27FC236}">
                <a16:creationId xmlns:a16="http://schemas.microsoft.com/office/drawing/2014/main" id="{0E901644-5919-DAED-E8A8-ABE435C0CD60}"/>
              </a:ext>
            </a:extLst>
          </p:cNvPr>
          <p:cNvPicPr>
            <a:picLocks noChangeAspect="1"/>
          </p:cNvPicPr>
          <p:nvPr/>
        </p:nvPicPr>
        <p:blipFill>
          <a:blip r:embed="rId2"/>
          <a:stretch>
            <a:fillRect/>
          </a:stretch>
        </p:blipFill>
        <p:spPr>
          <a:xfrm>
            <a:off x="0" y="2171205"/>
            <a:ext cx="12192000" cy="4686795"/>
          </a:xfrm>
          <a:prstGeom prst="rect">
            <a:avLst/>
          </a:prstGeom>
        </p:spPr>
      </p:pic>
    </p:spTree>
    <p:extLst>
      <p:ext uri="{BB962C8B-B14F-4D97-AF65-F5344CB8AC3E}">
        <p14:creationId xmlns:p14="http://schemas.microsoft.com/office/powerpoint/2010/main" val="3520442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EA81D6-012D-A400-004E-D738C0964B1D}"/>
              </a:ext>
            </a:extLst>
          </p:cNvPr>
          <p:cNvSpPr>
            <a:spLocks noGrp="1"/>
          </p:cNvSpPr>
          <p:nvPr>
            <p:ph type="title"/>
          </p:nvPr>
        </p:nvSpPr>
        <p:spPr>
          <a:xfrm>
            <a:off x="707571" y="415367"/>
            <a:ext cx="10515600" cy="900967"/>
          </a:xfrm>
        </p:spPr>
        <p:txBody>
          <a:bodyPr>
            <a:normAutofit/>
          </a:bodyPr>
          <a:lstStyle/>
          <a:p>
            <a:pPr algn="ctr"/>
            <a:r>
              <a:rPr lang="es-PA" sz="3800" b="1" dirty="0"/>
              <a:t>Adaptaciones de los datos que tendrá la tabla</a:t>
            </a:r>
          </a:p>
        </p:txBody>
      </p:sp>
      <p:sp>
        <p:nvSpPr>
          <p:cNvPr id="3" name="Marcador de contenido 2">
            <a:extLst>
              <a:ext uri="{FF2B5EF4-FFF2-40B4-BE49-F238E27FC236}">
                <a16:creationId xmlns:a16="http://schemas.microsoft.com/office/drawing/2014/main" id="{B33A2820-F126-D92F-6B9E-D3DEA404F416}"/>
              </a:ext>
            </a:extLst>
          </p:cNvPr>
          <p:cNvSpPr>
            <a:spLocks noGrp="1"/>
          </p:cNvSpPr>
          <p:nvPr>
            <p:ph idx="1"/>
          </p:nvPr>
        </p:nvSpPr>
        <p:spPr>
          <a:xfrm>
            <a:off x="707571" y="1703072"/>
            <a:ext cx="9059427" cy="3339228"/>
          </a:xfrm>
        </p:spPr>
        <p:txBody>
          <a:bodyPr>
            <a:normAutofit/>
          </a:bodyPr>
          <a:lstStyle/>
          <a:p>
            <a:r>
              <a:rPr lang="es-PA" dirty="0"/>
              <a:t>$table-&gt;id()</a:t>
            </a:r>
          </a:p>
          <a:p>
            <a:r>
              <a:rPr lang="es-PA" dirty="0"/>
              <a:t>$table-&gt;String(‘</a:t>
            </a:r>
            <a:r>
              <a:rPr lang="es-PA" dirty="0" err="1"/>
              <a:t>description</a:t>
            </a:r>
            <a:r>
              <a:rPr lang="es-PA" dirty="0"/>
              <a:t>’)</a:t>
            </a:r>
          </a:p>
          <a:p>
            <a:r>
              <a:rPr lang="es-PA" dirty="0"/>
              <a:t>$table-&gt;double(‘price’,8,2) (8 enteros, dos decimales)</a:t>
            </a:r>
          </a:p>
          <a:p>
            <a:r>
              <a:rPr lang="es-PA" dirty="0"/>
              <a:t>$table-&gt;integer(‘stock’)</a:t>
            </a:r>
          </a:p>
          <a:p>
            <a:r>
              <a:rPr lang="es-PA" dirty="0"/>
              <a:t>$table-&gt;timestamps()</a:t>
            </a:r>
          </a:p>
          <a:p>
            <a:r>
              <a:rPr lang="es-PA" b="1" dirty="0"/>
              <a:t>Corremos la migración: </a:t>
            </a:r>
            <a:r>
              <a:rPr lang="es-PA" b="1" dirty="0">
                <a:solidFill>
                  <a:srgbClr val="C00000"/>
                </a:solidFill>
              </a:rPr>
              <a:t>php artisan migrate</a:t>
            </a:r>
          </a:p>
          <a:p>
            <a:endParaRPr lang="es-PA" dirty="0"/>
          </a:p>
        </p:txBody>
      </p:sp>
      <p:pic>
        <p:nvPicPr>
          <p:cNvPr id="1026" name="Picture 2" descr="Migraciones en Laravel">
            <a:extLst>
              <a:ext uri="{FF2B5EF4-FFF2-40B4-BE49-F238E27FC236}">
                <a16:creationId xmlns:a16="http://schemas.microsoft.com/office/drawing/2014/main" id="{9498EA2C-699A-2249-B3E3-E1363F70C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5371" y="4831284"/>
            <a:ext cx="5715000"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716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F7738-3E83-753D-6A53-1A7D3AE536A8}"/>
              </a:ext>
            </a:extLst>
          </p:cNvPr>
          <p:cNvSpPr>
            <a:spLocks noGrp="1"/>
          </p:cNvSpPr>
          <p:nvPr>
            <p:ph type="title"/>
          </p:nvPr>
        </p:nvSpPr>
        <p:spPr>
          <a:xfrm>
            <a:off x="838200" y="535859"/>
            <a:ext cx="10515600" cy="804914"/>
          </a:xfrm>
        </p:spPr>
        <p:txBody>
          <a:bodyPr/>
          <a:lstStyle/>
          <a:p>
            <a:pPr algn="ctr"/>
            <a:r>
              <a:rPr lang="es-PA" b="1" dirty="0">
                <a:latin typeface="Times New Roman" panose="02020603050405020304" pitchFamily="18" charset="0"/>
                <a:cs typeface="Times New Roman" panose="02020603050405020304" pitchFamily="18" charset="0"/>
              </a:rPr>
              <a:t>Flujo para Generar un CRUD con Laravel</a:t>
            </a:r>
          </a:p>
        </p:txBody>
      </p:sp>
      <p:grpSp>
        <p:nvGrpSpPr>
          <p:cNvPr id="4" name="Grupo 3">
            <a:extLst>
              <a:ext uri="{FF2B5EF4-FFF2-40B4-BE49-F238E27FC236}">
                <a16:creationId xmlns:a16="http://schemas.microsoft.com/office/drawing/2014/main" id="{3538041E-4AA3-5E52-A1C9-42C454F3CB1B}"/>
              </a:ext>
            </a:extLst>
          </p:cNvPr>
          <p:cNvGrpSpPr/>
          <p:nvPr/>
        </p:nvGrpSpPr>
        <p:grpSpPr>
          <a:xfrm>
            <a:off x="1858297" y="1690688"/>
            <a:ext cx="9645445" cy="1947247"/>
            <a:chOff x="0" y="39687"/>
            <a:chExt cx="3286125" cy="1971675"/>
          </a:xfrm>
        </p:grpSpPr>
        <p:sp>
          <p:nvSpPr>
            <p:cNvPr id="5" name="Rectángulo 4">
              <a:extLst>
                <a:ext uri="{FF2B5EF4-FFF2-40B4-BE49-F238E27FC236}">
                  <a16:creationId xmlns:a16="http://schemas.microsoft.com/office/drawing/2014/main" id="{F892544A-2E78-1FBC-9441-98F18419C0FD}"/>
                </a:ext>
              </a:extLst>
            </p:cNvPr>
            <p:cNvSpPr/>
            <p:nvPr/>
          </p:nvSpPr>
          <p:spPr>
            <a:xfrm>
              <a:off x="0" y="39687"/>
              <a:ext cx="3286125" cy="197167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A"/>
            </a:p>
          </p:txBody>
        </p:sp>
        <p:sp>
          <p:nvSpPr>
            <p:cNvPr id="6" name="CuadroTexto 5">
              <a:extLst>
                <a:ext uri="{FF2B5EF4-FFF2-40B4-BE49-F238E27FC236}">
                  <a16:creationId xmlns:a16="http://schemas.microsoft.com/office/drawing/2014/main" id="{A91B472F-E0C6-88A4-4870-05E8BC6E40B7}"/>
                </a:ext>
              </a:extLst>
            </p:cNvPr>
            <p:cNvSpPr txBox="1"/>
            <p:nvPr/>
          </p:nvSpPr>
          <p:spPr>
            <a:xfrm>
              <a:off x="0" y="39687"/>
              <a:ext cx="3286125" cy="19716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6210" tIns="156210" rIns="156210" bIns="156210" numCol="1" spcCol="1270" anchor="ctr" anchorCtr="0">
              <a:noAutofit/>
            </a:bodyPr>
            <a:lstStyle/>
            <a:p>
              <a:pPr lvl="0" algn="ctr" defTabSz="1822450">
                <a:lnSpc>
                  <a:spcPct val="90000"/>
                </a:lnSpc>
                <a:spcBef>
                  <a:spcPct val="0"/>
                </a:spcBef>
                <a:spcAft>
                  <a:spcPct val="35000"/>
                </a:spcAft>
              </a:pPr>
              <a:r>
                <a:rPr lang="es-PA" sz="2800" b="1" dirty="0">
                  <a:latin typeface="Times New Roman" panose="02020603050405020304" pitchFamily="18" charset="0"/>
                  <a:cs typeface="Times New Roman" panose="02020603050405020304" pitchFamily="18" charset="0"/>
                </a:rPr>
                <a:t>Composer require Ibex/crud-</a:t>
              </a:r>
              <a:r>
                <a:rPr lang="es-PA" sz="2800" b="1" dirty="0" err="1">
                  <a:latin typeface="Times New Roman" panose="02020603050405020304" pitchFamily="18" charset="0"/>
                  <a:cs typeface="Times New Roman" panose="02020603050405020304" pitchFamily="18" charset="0"/>
                </a:rPr>
                <a:t>generator</a:t>
              </a:r>
              <a:r>
                <a:rPr lang="es-PA" sz="2800" b="1" dirty="0">
                  <a:latin typeface="Times New Roman" panose="02020603050405020304" pitchFamily="18" charset="0"/>
                  <a:cs typeface="Times New Roman" panose="02020603050405020304" pitchFamily="18" charset="0"/>
                </a:rPr>
                <a:t> -- dev</a:t>
              </a:r>
              <a:br>
                <a:rPr lang="es-PA" sz="2800" dirty="0">
                  <a:latin typeface="Times New Roman" panose="02020603050405020304" pitchFamily="18" charset="0"/>
                  <a:cs typeface="Times New Roman" panose="02020603050405020304" pitchFamily="18" charset="0"/>
                </a:rPr>
              </a:br>
              <a:r>
                <a:rPr lang="es-PA" sz="2800" dirty="0">
                  <a:solidFill>
                    <a:schemeClr val="bg1">
                      <a:lumMod val="50000"/>
                    </a:schemeClr>
                  </a:solidFill>
                  <a:latin typeface="Times New Roman" panose="02020603050405020304" pitchFamily="18" charset="0"/>
                  <a:cs typeface="Times New Roman" panose="02020603050405020304" pitchFamily="18" charset="0"/>
                </a:rPr>
                <a:t>Es una herramienta que permite generar automáticamente: controladores, vistas, modelos, migraciones, rutas. </a:t>
              </a:r>
              <a:r>
                <a:rPr lang="es-ES" sz="2800" dirty="0">
                  <a:solidFill>
                    <a:schemeClr val="bg1">
                      <a:lumMod val="50000"/>
                    </a:schemeClr>
                  </a:solidFill>
                  <a:latin typeface="Times New Roman" panose="02020603050405020304" pitchFamily="18" charset="0"/>
                  <a:cs typeface="Times New Roman" panose="02020603050405020304" pitchFamily="18" charset="0"/>
                </a:rPr>
                <a:t>Es el nombre del paquete que hace la magia de generar el código CRUD.</a:t>
              </a:r>
              <a:endParaRPr lang="en-US" sz="2800" dirty="0">
                <a:solidFill>
                  <a:schemeClr val="bg1">
                    <a:lumMod val="50000"/>
                  </a:schemeClr>
                </a:solidFill>
                <a:latin typeface="Times New Roman" panose="02020603050405020304" pitchFamily="18" charset="0"/>
                <a:cs typeface="Times New Roman" panose="02020603050405020304" pitchFamily="18" charset="0"/>
              </a:endParaRPr>
            </a:p>
          </p:txBody>
        </p:sp>
      </p:grpSp>
      <p:grpSp>
        <p:nvGrpSpPr>
          <p:cNvPr id="8" name="Grupo 7">
            <a:extLst>
              <a:ext uri="{FF2B5EF4-FFF2-40B4-BE49-F238E27FC236}">
                <a16:creationId xmlns:a16="http://schemas.microsoft.com/office/drawing/2014/main" id="{001AFB76-CD8E-66BD-E386-B1520C44B4FB}"/>
              </a:ext>
            </a:extLst>
          </p:cNvPr>
          <p:cNvGrpSpPr/>
          <p:nvPr/>
        </p:nvGrpSpPr>
        <p:grpSpPr>
          <a:xfrm>
            <a:off x="1858297" y="3762896"/>
            <a:ext cx="9645445" cy="1271220"/>
            <a:chOff x="0" y="39687"/>
            <a:chExt cx="3286125" cy="1971675"/>
          </a:xfrm>
        </p:grpSpPr>
        <p:sp>
          <p:nvSpPr>
            <p:cNvPr id="9" name="Rectángulo 8">
              <a:extLst>
                <a:ext uri="{FF2B5EF4-FFF2-40B4-BE49-F238E27FC236}">
                  <a16:creationId xmlns:a16="http://schemas.microsoft.com/office/drawing/2014/main" id="{DE905361-3B08-2E16-8A85-43A64231E4BC}"/>
                </a:ext>
              </a:extLst>
            </p:cNvPr>
            <p:cNvSpPr/>
            <p:nvPr/>
          </p:nvSpPr>
          <p:spPr>
            <a:xfrm>
              <a:off x="0" y="39687"/>
              <a:ext cx="3286125" cy="197167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A"/>
            </a:p>
          </p:txBody>
        </p:sp>
        <p:sp>
          <p:nvSpPr>
            <p:cNvPr id="10" name="CuadroTexto 9">
              <a:extLst>
                <a:ext uri="{FF2B5EF4-FFF2-40B4-BE49-F238E27FC236}">
                  <a16:creationId xmlns:a16="http://schemas.microsoft.com/office/drawing/2014/main" id="{8D7EF2E2-8D3D-EC4C-41A7-BADBC52FD8E8}"/>
                </a:ext>
              </a:extLst>
            </p:cNvPr>
            <p:cNvSpPr txBox="1"/>
            <p:nvPr/>
          </p:nvSpPr>
          <p:spPr>
            <a:xfrm>
              <a:off x="0" y="39687"/>
              <a:ext cx="3286125" cy="1971675"/>
            </a:xfrm>
            <a:prstGeom prst="rect">
              <a:avLst/>
            </a:prstGeom>
            <a:solidFill>
              <a:srgbClr val="FB81DE"/>
            </a:solidFill>
          </p:spPr>
          <p:style>
            <a:lnRef idx="0">
              <a:scrgbClr r="0" g="0" b="0"/>
            </a:lnRef>
            <a:fillRef idx="0">
              <a:scrgbClr r="0" g="0" b="0"/>
            </a:fillRef>
            <a:effectRef idx="0">
              <a:scrgbClr r="0" g="0" b="0"/>
            </a:effectRef>
            <a:fontRef idx="minor">
              <a:schemeClr val="lt1"/>
            </a:fontRef>
          </p:style>
          <p:txBody>
            <a:bodyPr spcFirstLastPara="0" vert="horz" wrap="square" lIns="156210" tIns="156210" rIns="156210" bIns="156210" numCol="1" spcCol="1270" anchor="ctr" anchorCtr="0">
              <a:noAutofit/>
            </a:bodyPr>
            <a:lstStyle/>
            <a:p>
              <a:pPr algn="ctr" defTabSz="1822450">
                <a:lnSpc>
                  <a:spcPct val="90000"/>
                </a:lnSpc>
                <a:spcBef>
                  <a:spcPct val="0"/>
                </a:spcBef>
                <a:spcAft>
                  <a:spcPct val="35000"/>
                </a:spcAft>
              </a:pPr>
              <a:r>
                <a:rPr lang="es-PA" sz="2800" b="1" dirty="0">
                  <a:latin typeface="Times New Roman" panose="02020603050405020304" pitchFamily="18" charset="0"/>
                  <a:cs typeface="Times New Roman" panose="02020603050405020304" pitchFamily="18" charset="0"/>
                </a:rPr>
                <a:t>php artisan vendor:publish --tag=crud</a:t>
              </a:r>
            </a:p>
            <a:p>
              <a:pPr algn="ctr" defTabSz="1822450">
                <a:lnSpc>
                  <a:spcPct val="90000"/>
                </a:lnSpc>
                <a:spcBef>
                  <a:spcPct val="0"/>
                </a:spcBef>
                <a:spcAft>
                  <a:spcPct val="35000"/>
                </a:spcAft>
              </a:pPr>
              <a:r>
                <a:rPr lang="es-PA" altLang="es-PA" sz="2400" b="1" dirty="0">
                  <a:solidFill>
                    <a:schemeClr val="bg2">
                      <a:lumMod val="50000"/>
                    </a:schemeClr>
                  </a:solidFill>
                  <a:latin typeface="Times New Roman" panose="02020603050405020304" pitchFamily="18" charset="0"/>
                  <a:cs typeface="Times New Roman" panose="02020603050405020304" pitchFamily="18" charset="0"/>
                </a:rPr>
                <a:t>-- publicar archivos</a:t>
              </a:r>
              <a:r>
                <a:rPr lang="es-PA" altLang="es-PA" sz="2400" b="1" dirty="0">
                  <a:solidFill>
                    <a:schemeClr val="bg2">
                      <a:lumMod val="50000"/>
                    </a:schemeClr>
                  </a:solidFill>
                  <a:latin typeface="Arial" panose="020B0604020202020204" pitchFamily="34" charset="0"/>
                </a:rPr>
                <a:t> que haya registrado el tag </a:t>
              </a:r>
              <a:r>
                <a:rPr lang="es-PA" altLang="es-PA" sz="2400" b="1" dirty="0">
                  <a:solidFill>
                    <a:schemeClr val="bg2">
                      <a:lumMod val="50000"/>
                    </a:schemeClr>
                  </a:solidFill>
                  <a:latin typeface="Arial Unicode MS"/>
                </a:rPr>
                <a:t>crud --</a:t>
              </a:r>
              <a:endParaRPr lang="es-PA" sz="2400" b="1" dirty="0">
                <a:solidFill>
                  <a:schemeClr val="bg2">
                    <a:lumMod val="50000"/>
                  </a:schemeClr>
                </a:solidFill>
                <a:latin typeface="Times New Roman" panose="02020603050405020304" pitchFamily="18" charset="0"/>
                <a:cs typeface="Times New Roman" panose="02020603050405020304" pitchFamily="18" charset="0"/>
              </a:endParaRPr>
            </a:p>
          </p:txBody>
        </p:sp>
      </p:grpSp>
      <p:grpSp>
        <p:nvGrpSpPr>
          <p:cNvPr id="11" name="Grupo 10">
            <a:extLst>
              <a:ext uri="{FF2B5EF4-FFF2-40B4-BE49-F238E27FC236}">
                <a16:creationId xmlns:a16="http://schemas.microsoft.com/office/drawing/2014/main" id="{1DCC0297-1B85-EFCC-9540-23A4A5B1EB8B}"/>
              </a:ext>
            </a:extLst>
          </p:cNvPr>
          <p:cNvGrpSpPr/>
          <p:nvPr/>
        </p:nvGrpSpPr>
        <p:grpSpPr>
          <a:xfrm>
            <a:off x="1858297" y="5159076"/>
            <a:ext cx="9645445" cy="1171301"/>
            <a:chOff x="0" y="39687"/>
            <a:chExt cx="3286125" cy="1985637"/>
          </a:xfrm>
        </p:grpSpPr>
        <p:sp>
          <p:nvSpPr>
            <p:cNvPr id="12" name="Rectángulo 11">
              <a:extLst>
                <a:ext uri="{FF2B5EF4-FFF2-40B4-BE49-F238E27FC236}">
                  <a16:creationId xmlns:a16="http://schemas.microsoft.com/office/drawing/2014/main" id="{C14818DC-F46C-C438-A6D9-E22CFD932177}"/>
                </a:ext>
              </a:extLst>
            </p:cNvPr>
            <p:cNvSpPr/>
            <p:nvPr/>
          </p:nvSpPr>
          <p:spPr>
            <a:xfrm>
              <a:off x="0" y="39687"/>
              <a:ext cx="3286125" cy="197167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A"/>
            </a:p>
          </p:txBody>
        </p:sp>
        <p:sp>
          <p:nvSpPr>
            <p:cNvPr id="13" name="CuadroTexto 12">
              <a:extLst>
                <a:ext uri="{FF2B5EF4-FFF2-40B4-BE49-F238E27FC236}">
                  <a16:creationId xmlns:a16="http://schemas.microsoft.com/office/drawing/2014/main" id="{D7340AC2-D869-A4CF-009D-DE39AC1C4023}"/>
                </a:ext>
              </a:extLst>
            </p:cNvPr>
            <p:cNvSpPr txBox="1"/>
            <p:nvPr/>
          </p:nvSpPr>
          <p:spPr>
            <a:xfrm>
              <a:off x="0" y="53649"/>
              <a:ext cx="3286125" cy="1971675"/>
            </a:xfrm>
            <a:prstGeom prst="rect">
              <a:avLst/>
            </a:prstGeom>
            <a:solidFill>
              <a:schemeClr val="accent6">
                <a:lumMod val="60000"/>
                <a:lumOff val="40000"/>
              </a:schemeClr>
            </a:solidFill>
          </p:spPr>
          <p:style>
            <a:lnRef idx="0">
              <a:scrgbClr r="0" g="0" b="0"/>
            </a:lnRef>
            <a:fillRef idx="0">
              <a:scrgbClr r="0" g="0" b="0"/>
            </a:fillRef>
            <a:effectRef idx="0">
              <a:scrgbClr r="0" g="0" b="0"/>
            </a:effectRef>
            <a:fontRef idx="minor">
              <a:schemeClr val="lt1"/>
            </a:fontRef>
          </p:style>
          <p:txBody>
            <a:bodyPr spcFirstLastPara="0" vert="horz" wrap="square" lIns="156210" tIns="156210" rIns="156210" bIns="156210" numCol="1" spcCol="1270" anchor="ctr" anchorCtr="0">
              <a:noAutofit/>
            </a:bodyPr>
            <a:lstStyle/>
            <a:p>
              <a:pPr algn="ctr"/>
              <a:r>
                <a:rPr lang="es-PA" sz="2800" dirty="0">
                  <a:latin typeface="Times New Roman" panose="02020603050405020304" pitchFamily="18" charset="0"/>
                  <a:cs typeface="Times New Roman" panose="02020603050405020304" pitchFamily="18" charset="0"/>
                </a:rPr>
                <a:t>php artisan </a:t>
              </a:r>
              <a:r>
                <a:rPr lang="es-PA" sz="2800" b="1" dirty="0">
                  <a:latin typeface="Times New Roman" panose="02020603050405020304" pitchFamily="18" charset="0"/>
                  <a:cs typeface="Times New Roman" panose="02020603050405020304" pitchFamily="18" charset="0"/>
                </a:rPr>
                <a:t>make</a:t>
              </a:r>
              <a:r>
                <a:rPr lang="es-PA" sz="2800" dirty="0">
                  <a:latin typeface="Times New Roman" panose="02020603050405020304" pitchFamily="18" charset="0"/>
                  <a:cs typeface="Times New Roman" panose="02020603050405020304" pitchFamily="18" charset="0"/>
                </a:rPr>
                <a:t>:crud products</a:t>
              </a:r>
            </a:p>
            <a:p>
              <a:pPr algn="ctr"/>
              <a:r>
                <a:rPr lang="es-PA" sz="2400" b="1" dirty="0">
                  <a:solidFill>
                    <a:schemeClr val="bg2">
                      <a:lumMod val="50000"/>
                    </a:schemeClr>
                  </a:solidFill>
                  <a:latin typeface="Times New Roman" panose="02020603050405020304" pitchFamily="18" charset="0"/>
                  <a:cs typeface="Times New Roman" panose="02020603050405020304" pitchFamily="18" charset="0"/>
                </a:rPr>
                <a:t>-- products es el nombre de la tabla --</a:t>
              </a:r>
            </a:p>
          </p:txBody>
        </p:sp>
      </p:grpSp>
      <p:sp>
        <p:nvSpPr>
          <p:cNvPr id="3" name="Diagrama de flujo: proceso alternativo 2">
            <a:extLst>
              <a:ext uri="{FF2B5EF4-FFF2-40B4-BE49-F238E27FC236}">
                <a16:creationId xmlns:a16="http://schemas.microsoft.com/office/drawing/2014/main" id="{A790D09B-99EE-A79A-87F8-F0B978B5403E}"/>
              </a:ext>
            </a:extLst>
          </p:cNvPr>
          <p:cNvSpPr/>
          <p:nvPr/>
        </p:nvSpPr>
        <p:spPr>
          <a:xfrm>
            <a:off x="353962" y="5159076"/>
            <a:ext cx="1258529" cy="1163065"/>
          </a:xfrm>
          <a:prstGeom prst="flowChartAlternateProcess">
            <a:avLst/>
          </a:prstGeom>
          <a:solidFill>
            <a:schemeClr val="accent6">
              <a:lumMod val="60000"/>
              <a:lumOff val="4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A" sz="4800" dirty="0">
                <a:latin typeface="Times New Roman" panose="02020603050405020304" pitchFamily="18" charset="0"/>
                <a:cs typeface="Times New Roman" panose="02020603050405020304" pitchFamily="18" charset="0"/>
              </a:rPr>
              <a:t>3</a:t>
            </a:r>
          </a:p>
        </p:txBody>
      </p:sp>
      <p:sp>
        <p:nvSpPr>
          <p:cNvPr id="7" name="Diagrama de flujo: proceso alternativo 6">
            <a:extLst>
              <a:ext uri="{FF2B5EF4-FFF2-40B4-BE49-F238E27FC236}">
                <a16:creationId xmlns:a16="http://schemas.microsoft.com/office/drawing/2014/main" id="{0687BAD8-35D9-FC09-352B-9BEB11CA76C5}"/>
              </a:ext>
            </a:extLst>
          </p:cNvPr>
          <p:cNvSpPr/>
          <p:nvPr/>
        </p:nvSpPr>
        <p:spPr>
          <a:xfrm>
            <a:off x="353961" y="3762896"/>
            <a:ext cx="1258529" cy="1163065"/>
          </a:xfrm>
          <a:prstGeom prst="flowChartAlternateProcess">
            <a:avLst/>
          </a:prstGeom>
          <a:solidFill>
            <a:srgbClr val="FB81DE"/>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A" sz="4800" dirty="0">
                <a:latin typeface="Times New Roman" panose="02020603050405020304" pitchFamily="18" charset="0"/>
                <a:cs typeface="Times New Roman" panose="02020603050405020304" pitchFamily="18" charset="0"/>
              </a:rPr>
              <a:t>2</a:t>
            </a:r>
          </a:p>
        </p:txBody>
      </p:sp>
      <p:sp>
        <p:nvSpPr>
          <p:cNvPr id="14" name="Diagrama de flujo: proceso alternativo 13">
            <a:extLst>
              <a:ext uri="{FF2B5EF4-FFF2-40B4-BE49-F238E27FC236}">
                <a16:creationId xmlns:a16="http://schemas.microsoft.com/office/drawing/2014/main" id="{548629EE-FE59-BAE6-342B-554DFE305EB0}"/>
              </a:ext>
            </a:extLst>
          </p:cNvPr>
          <p:cNvSpPr/>
          <p:nvPr/>
        </p:nvSpPr>
        <p:spPr>
          <a:xfrm>
            <a:off x="353961" y="2082778"/>
            <a:ext cx="1258529" cy="1163065"/>
          </a:xfrm>
          <a:prstGeom prst="flowChartAlternateProcess">
            <a:avLst/>
          </a:prstGeom>
          <a:solidFill>
            <a:schemeClr val="accent4">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A" sz="48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2196673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09374D10-3D2F-300A-69D0-7BE2A81F6F75}"/>
              </a:ext>
            </a:extLst>
          </p:cNvPr>
          <p:cNvPicPr>
            <a:picLocks noGrp="1" noChangeAspect="1"/>
          </p:cNvPicPr>
          <p:nvPr>
            <p:ph idx="1"/>
          </p:nvPr>
        </p:nvPicPr>
        <p:blipFill>
          <a:blip r:embed="rId2"/>
          <a:stretch>
            <a:fillRect/>
          </a:stretch>
        </p:blipFill>
        <p:spPr>
          <a:xfrm>
            <a:off x="652836" y="3429000"/>
            <a:ext cx="10040751" cy="3067478"/>
          </a:xfrm>
          <a:prstGeom prst="rect">
            <a:avLst/>
          </a:prstGeom>
        </p:spPr>
      </p:pic>
      <p:sp>
        <p:nvSpPr>
          <p:cNvPr id="6" name="Marcador de contenido 2">
            <a:extLst>
              <a:ext uri="{FF2B5EF4-FFF2-40B4-BE49-F238E27FC236}">
                <a16:creationId xmlns:a16="http://schemas.microsoft.com/office/drawing/2014/main" id="{D8EE5737-CBF1-90F3-F705-192BB998C87A}"/>
              </a:ext>
            </a:extLst>
          </p:cNvPr>
          <p:cNvSpPr>
            <a:spLocks noGrp="1"/>
          </p:cNvSpPr>
          <p:nvPr>
            <p:ph type="title"/>
          </p:nvPr>
        </p:nvSpPr>
        <p:spPr>
          <a:xfrm>
            <a:off x="652836" y="2059858"/>
            <a:ext cx="10040751" cy="1238006"/>
          </a:xfrm>
        </p:spPr>
        <p:txBody>
          <a:bodyPr>
            <a:normAutofit/>
          </a:bodyPr>
          <a:lstStyle/>
          <a:p>
            <a:r>
              <a:rPr lang="es-ES" sz="3600" dirty="0"/>
              <a:t>Es el nombre del paquete que hace la magia de generar el código CRUD.</a:t>
            </a:r>
            <a:endParaRPr lang="es-PA" sz="3600" dirty="0"/>
          </a:p>
        </p:txBody>
      </p:sp>
      <p:sp>
        <p:nvSpPr>
          <p:cNvPr id="2" name="Marcador de contenido 2">
            <a:extLst>
              <a:ext uri="{FF2B5EF4-FFF2-40B4-BE49-F238E27FC236}">
                <a16:creationId xmlns:a16="http://schemas.microsoft.com/office/drawing/2014/main" id="{81E81804-2D2F-D195-67E3-25B14404B697}"/>
              </a:ext>
            </a:extLst>
          </p:cNvPr>
          <p:cNvSpPr txBox="1">
            <a:spLocks/>
          </p:cNvSpPr>
          <p:nvPr/>
        </p:nvSpPr>
        <p:spPr>
          <a:xfrm>
            <a:off x="652837" y="442638"/>
            <a:ext cx="10040751" cy="131242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PA" sz="3600" b="1" dirty="0"/>
              <a:t>1. Instalación del Paquete </a:t>
            </a:r>
            <a:br>
              <a:rPr lang="es-PA" sz="3600" b="1" dirty="0"/>
            </a:br>
            <a:r>
              <a:rPr lang="es-PA" sz="3600" b="1" dirty="0" err="1">
                <a:latin typeface="Times New Roman" panose="02020603050405020304" pitchFamily="18" charset="0"/>
                <a:cs typeface="Times New Roman" panose="02020603050405020304" pitchFamily="18" charset="0"/>
              </a:rPr>
              <a:t>composer</a:t>
            </a:r>
            <a:r>
              <a:rPr lang="es-PA" sz="3600" b="1" dirty="0">
                <a:latin typeface="Times New Roman" panose="02020603050405020304" pitchFamily="18" charset="0"/>
                <a:cs typeface="Times New Roman" panose="02020603050405020304" pitchFamily="18" charset="0"/>
              </a:rPr>
              <a:t> require </a:t>
            </a:r>
            <a:r>
              <a:rPr lang="es-PA" sz="3600" b="1" dirty="0" err="1">
                <a:latin typeface="Times New Roman" panose="02020603050405020304" pitchFamily="18" charset="0"/>
                <a:cs typeface="Times New Roman" panose="02020603050405020304" pitchFamily="18" charset="0"/>
              </a:rPr>
              <a:t>ibex</a:t>
            </a:r>
            <a:r>
              <a:rPr lang="es-PA" sz="3600" b="1" dirty="0">
                <a:latin typeface="Times New Roman" panose="02020603050405020304" pitchFamily="18" charset="0"/>
                <a:cs typeface="Times New Roman" panose="02020603050405020304" pitchFamily="18" charset="0"/>
              </a:rPr>
              <a:t>/crud-</a:t>
            </a:r>
            <a:r>
              <a:rPr lang="es-PA" sz="3600" b="1" dirty="0" err="1">
                <a:latin typeface="Times New Roman" panose="02020603050405020304" pitchFamily="18" charset="0"/>
                <a:cs typeface="Times New Roman" panose="02020603050405020304" pitchFamily="18" charset="0"/>
              </a:rPr>
              <a:t>generator</a:t>
            </a:r>
            <a:r>
              <a:rPr lang="es-PA" sz="3600" b="1" dirty="0">
                <a:latin typeface="Times New Roman" panose="02020603050405020304" pitchFamily="18" charset="0"/>
                <a:cs typeface="Times New Roman" panose="02020603050405020304" pitchFamily="18" charset="0"/>
              </a:rPr>
              <a:t> --dev</a:t>
            </a:r>
            <a:endParaRPr lang="es-PA" sz="3600" dirty="0"/>
          </a:p>
        </p:txBody>
      </p:sp>
    </p:spTree>
    <p:extLst>
      <p:ext uri="{BB962C8B-B14F-4D97-AF65-F5344CB8AC3E}">
        <p14:creationId xmlns:p14="http://schemas.microsoft.com/office/powerpoint/2010/main" val="2242586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Patrón de fondo&#10;&#10;El contenido generado por IA puede ser incorrecto.">
            <a:extLst>
              <a:ext uri="{FF2B5EF4-FFF2-40B4-BE49-F238E27FC236}">
                <a16:creationId xmlns:a16="http://schemas.microsoft.com/office/drawing/2014/main" id="{E1C9C4B4-BC31-B3BD-B3C8-89BC05B3BBEE}"/>
              </a:ext>
            </a:extLst>
          </p:cNvPr>
          <p:cNvPicPr>
            <a:picLocks noChangeAspect="1"/>
          </p:cNvPicPr>
          <p:nvPr/>
        </p:nvPicPr>
        <p:blipFill>
          <a:blip r:embed="rId2">
            <a:duotone>
              <a:schemeClr val="bg2">
                <a:shade val="45000"/>
                <a:satMod val="135000"/>
              </a:schemeClr>
              <a:prstClr val="white"/>
            </a:duotone>
          </a:blip>
          <a:srcRect l="9091" b="20719"/>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arcador de contenido 2">
            <a:extLst>
              <a:ext uri="{FF2B5EF4-FFF2-40B4-BE49-F238E27FC236}">
                <a16:creationId xmlns:a16="http://schemas.microsoft.com/office/drawing/2014/main" id="{9229CC42-111E-FAB4-8E42-13776C97C4CA}"/>
              </a:ext>
            </a:extLst>
          </p:cNvPr>
          <p:cNvGraphicFramePr>
            <a:graphicFrameLocks noGrp="1"/>
          </p:cNvGraphicFramePr>
          <p:nvPr>
            <p:ph idx="1"/>
            <p:extLst>
              <p:ext uri="{D42A27DB-BD31-4B8C-83A1-F6EECF244321}">
                <p14:modId xmlns:p14="http://schemas.microsoft.com/office/powerpoint/2010/main" val="40425056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Marcador de contenido 2">
            <a:extLst>
              <a:ext uri="{FF2B5EF4-FFF2-40B4-BE49-F238E27FC236}">
                <a16:creationId xmlns:a16="http://schemas.microsoft.com/office/drawing/2014/main" id="{83D68E25-8A4C-6CE5-C771-6816635925DA}"/>
              </a:ext>
            </a:extLst>
          </p:cNvPr>
          <p:cNvSpPr>
            <a:spLocks noGrp="1"/>
          </p:cNvSpPr>
          <p:nvPr>
            <p:ph type="title"/>
          </p:nvPr>
        </p:nvSpPr>
        <p:spPr>
          <a:xfrm>
            <a:off x="838200" y="365125"/>
            <a:ext cx="10515600" cy="1325563"/>
          </a:xfrm>
        </p:spPr>
        <p:txBody>
          <a:bodyPr>
            <a:normAutofit fontScale="90000"/>
          </a:bodyPr>
          <a:lstStyle/>
          <a:p>
            <a:r>
              <a:rPr lang="es-PA" sz="3600" dirty="0"/>
              <a:t>Composer require Ibex/crud-</a:t>
            </a:r>
            <a:r>
              <a:rPr lang="es-PA" sz="3600" dirty="0" err="1"/>
              <a:t>generator</a:t>
            </a:r>
            <a:r>
              <a:rPr lang="es-PA" sz="3600" dirty="0"/>
              <a:t> - - dev</a:t>
            </a:r>
          </a:p>
          <a:p>
            <a:r>
              <a:rPr lang="es-PA" sz="3600" dirty="0"/>
              <a:t>Es una herramienta que permite generar automáticamente:</a:t>
            </a:r>
          </a:p>
        </p:txBody>
      </p:sp>
    </p:spTree>
    <p:extLst>
      <p:ext uri="{BB962C8B-B14F-4D97-AF65-F5344CB8AC3E}">
        <p14:creationId xmlns:p14="http://schemas.microsoft.com/office/powerpoint/2010/main" val="1980470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EB2D9B-1357-4197-4E49-7DF132940F81}"/>
              </a:ext>
            </a:extLst>
          </p:cNvPr>
          <p:cNvSpPr>
            <a:spLocks noGrp="1"/>
          </p:cNvSpPr>
          <p:nvPr>
            <p:ph type="title"/>
          </p:nvPr>
        </p:nvSpPr>
        <p:spPr>
          <a:xfrm>
            <a:off x="1038102" y="278815"/>
            <a:ext cx="9226776" cy="1097701"/>
          </a:xfrm>
        </p:spPr>
        <p:txBody>
          <a:bodyPr>
            <a:noAutofit/>
          </a:bodyPr>
          <a:lstStyle/>
          <a:p>
            <a:r>
              <a:rPr lang="es-ES" sz="3600" b="1" dirty="0"/>
              <a:t>2. Publicación de Archivos del Proveedor</a:t>
            </a:r>
            <a:br>
              <a:rPr lang="es-ES" sz="3600" b="1" dirty="0"/>
            </a:br>
            <a:r>
              <a:rPr lang="es-PA" sz="3400" dirty="0"/>
              <a:t>php artisan vendor:publish -- tag crud</a:t>
            </a:r>
            <a:endParaRPr lang="es-PA" sz="3400" u="sng"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3" name="Marcador de contenido 2">
            <a:extLst>
              <a:ext uri="{FF2B5EF4-FFF2-40B4-BE49-F238E27FC236}">
                <a16:creationId xmlns:a16="http://schemas.microsoft.com/office/drawing/2014/main" id="{A6BFD042-FB10-BDDB-AEB1-B12F343A7780}"/>
              </a:ext>
            </a:extLst>
          </p:cNvPr>
          <p:cNvSpPr>
            <a:spLocks noGrp="1"/>
          </p:cNvSpPr>
          <p:nvPr>
            <p:ph idx="1"/>
          </p:nvPr>
        </p:nvSpPr>
        <p:spPr>
          <a:xfrm>
            <a:off x="1038101" y="1569831"/>
            <a:ext cx="9490520" cy="2421911"/>
          </a:xfrm>
        </p:spPr>
        <p:txBody>
          <a:bodyPr/>
          <a:lstStyle/>
          <a:p>
            <a:pPr marL="0" indent="0">
              <a:buNone/>
            </a:pPr>
            <a:r>
              <a:rPr lang="es-PA" dirty="0"/>
              <a:t>Después de instalar </a:t>
            </a:r>
            <a:r>
              <a:rPr lang="es-PA" dirty="0" err="1"/>
              <a:t>generator</a:t>
            </a:r>
            <a:r>
              <a:rPr lang="es-PA" dirty="0"/>
              <a:t>, hay que publicar las </a:t>
            </a:r>
            <a:r>
              <a:rPr lang="es-PA" altLang="es-PA" b="1" dirty="0">
                <a:latin typeface="Arial" panose="020B0604020202020204" pitchFamily="34" charset="0"/>
              </a:rPr>
              <a:t>archivos de un paquete</a:t>
            </a:r>
            <a:r>
              <a:rPr lang="es-PA" altLang="es-PA" dirty="0">
                <a:latin typeface="Arial" panose="020B0604020202020204" pitchFamily="34" charset="0"/>
              </a:rPr>
              <a:t> que haya registrado el </a:t>
            </a:r>
            <a:r>
              <a:rPr lang="es-PA" altLang="es-PA" b="1" dirty="0">
                <a:latin typeface="Arial" panose="020B0604020202020204" pitchFamily="34" charset="0"/>
              </a:rPr>
              <a:t>tag </a:t>
            </a:r>
            <a:r>
              <a:rPr lang="es-PA" altLang="es-PA" b="1" dirty="0">
                <a:latin typeface="Arial Unicode MS"/>
              </a:rPr>
              <a:t>crud</a:t>
            </a:r>
            <a:r>
              <a:rPr lang="es-PA" altLang="es-PA" dirty="0"/>
              <a:t>. Esto es parte del sistema de publicación de recursos de Laravel, usado por muchos paquetes para permitirte copiar archivos de configuración, vistas, migraciones, etc., desde </a:t>
            </a:r>
            <a:r>
              <a:rPr lang="es-PA" altLang="es-PA" dirty="0" err="1">
                <a:latin typeface="Arial Unicode MS"/>
              </a:rPr>
              <a:t>vendor</a:t>
            </a:r>
            <a:r>
              <a:rPr lang="es-PA" altLang="es-PA" dirty="0">
                <a:latin typeface="Arial Unicode MS"/>
              </a:rPr>
              <a:t>/</a:t>
            </a:r>
            <a:r>
              <a:rPr lang="es-PA" altLang="es-PA" dirty="0"/>
              <a:t> hacia tu aplicación (</a:t>
            </a:r>
            <a:r>
              <a:rPr lang="es-PA" altLang="es-PA" dirty="0" err="1">
                <a:latin typeface="Arial Unicode MS"/>
              </a:rPr>
              <a:t>config</a:t>
            </a:r>
            <a:r>
              <a:rPr lang="es-PA" altLang="es-PA" dirty="0">
                <a:latin typeface="Arial Unicode MS"/>
              </a:rPr>
              <a:t>/</a:t>
            </a:r>
            <a:r>
              <a:rPr lang="es-PA" altLang="es-PA" dirty="0"/>
              <a:t>, </a:t>
            </a:r>
            <a:r>
              <a:rPr lang="es-PA" altLang="es-PA" dirty="0" err="1">
                <a:latin typeface="Arial Unicode MS"/>
              </a:rPr>
              <a:t>resources</a:t>
            </a:r>
            <a:r>
              <a:rPr lang="es-PA" altLang="es-PA" dirty="0">
                <a:latin typeface="Arial Unicode MS"/>
              </a:rPr>
              <a:t>/</a:t>
            </a:r>
            <a:r>
              <a:rPr lang="es-PA" altLang="es-PA" dirty="0"/>
              <a:t>, </a:t>
            </a:r>
            <a:r>
              <a:rPr lang="es-PA" altLang="es-PA" dirty="0" err="1"/>
              <a:t>etc</a:t>
            </a:r>
            <a:r>
              <a:rPr lang="es-PA" altLang="es-PA" dirty="0"/>
              <a:t>).</a:t>
            </a:r>
          </a:p>
          <a:p>
            <a:endParaRPr lang="es-PA" dirty="0"/>
          </a:p>
          <a:p>
            <a:pPr marL="0" indent="0">
              <a:buNone/>
            </a:pPr>
            <a:endParaRPr lang="es-PA" dirty="0"/>
          </a:p>
        </p:txBody>
      </p:sp>
      <p:pic>
        <p:nvPicPr>
          <p:cNvPr id="5" name="Imagen 4">
            <a:extLst>
              <a:ext uri="{FF2B5EF4-FFF2-40B4-BE49-F238E27FC236}">
                <a16:creationId xmlns:a16="http://schemas.microsoft.com/office/drawing/2014/main" id="{C43DC7C5-82D6-F0E3-2927-A8015685225E}"/>
              </a:ext>
            </a:extLst>
          </p:cNvPr>
          <p:cNvPicPr>
            <a:picLocks noChangeAspect="1"/>
          </p:cNvPicPr>
          <p:nvPr/>
        </p:nvPicPr>
        <p:blipFill>
          <a:blip r:embed="rId2"/>
          <a:stretch>
            <a:fillRect/>
          </a:stretch>
        </p:blipFill>
        <p:spPr>
          <a:xfrm>
            <a:off x="1038101" y="3992938"/>
            <a:ext cx="9533968" cy="2590462"/>
          </a:xfrm>
          <a:prstGeom prst="rect">
            <a:avLst/>
          </a:prstGeom>
        </p:spPr>
      </p:pic>
    </p:spTree>
    <p:extLst>
      <p:ext uri="{BB962C8B-B14F-4D97-AF65-F5344CB8AC3E}">
        <p14:creationId xmlns:p14="http://schemas.microsoft.com/office/powerpoint/2010/main" val="40147221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9540A3C-D429-F0D9-9724-DDC005565DEC}"/>
              </a:ext>
            </a:extLst>
          </p:cNvPr>
          <p:cNvSpPr>
            <a:spLocks noGrp="1"/>
          </p:cNvSpPr>
          <p:nvPr>
            <p:ph type="title"/>
          </p:nvPr>
        </p:nvSpPr>
        <p:spPr>
          <a:xfrm>
            <a:off x="-119271" y="586855"/>
            <a:ext cx="4020243" cy="3387497"/>
          </a:xfrm>
        </p:spPr>
        <p:txBody>
          <a:bodyPr anchor="b">
            <a:normAutofit/>
          </a:bodyPr>
          <a:lstStyle/>
          <a:p>
            <a:pPr algn="r"/>
            <a:r>
              <a:rPr lang="es-PA" sz="4000" dirty="0">
                <a:solidFill>
                  <a:srgbClr val="FFFFFF"/>
                </a:solidFill>
                <a:latin typeface="Times New Roman" panose="02020603050405020304" pitchFamily="18" charset="0"/>
                <a:cs typeface="Times New Roman" panose="02020603050405020304" pitchFamily="18" charset="0"/>
              </a:rPr>
              <a:t>php artisan vendor:publish --tag=crud</a:t>
            </a:r>
            <a:br>
              <a:rPr lang="es-PA" sz="4000" dirty="0">
                <a:solidFill>
                  <a:srgbClr val="FFFFFF"/>
                </a:solidFill>
              </a:rPr>
            </a:br>
            <a:endParaRPr lang="es-PA" sz="4000" dirty="0">
              <a:solidFill>
                <a:srgbClr val="FFFFFF"/>
              </a:solidFill>
            </a:endParaRPr>
          </a:p>
        </p:txBody>
      </p:sp>
      <p:sp>
        <p:nvSpPr>
          <p:cNvPr id="4" name="Rectangle 1">
            <a:extLst>
              <a:ext uri="{FF2B5EF4-FFF2-40B4-BE49-F238E27FC236}">
                <a16:creationId xmlns:a16="http://schemas.microsoft.com/office/drawing/2014/main" id="{E1EFB21B-8CA3-80C3-5AE8-A3601F39D658}"/>
              </a:ext>
            </a:extLst>
          </p:cNvPr>
          <p:cNvSpPr>
            <a:spLocks noGrp="1" noChangeArrowheads="1"/>
          </p:cNvSpPr>
          <p:nvPr>
            <p:ph idx="1"/>
          </p:nvPr>
        </p:nvSpPr>
        <p:spPr bwMode="auto">
          <a:xfrm>
            <a:off x="4157088" y="1174193"/>
            <a:ext cx="5956054" cy="38372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s-PA" altLang="es-PA" sz="2000" b="0" i="0" u="none" strike="noStrike" cap="none" normalizeH="0" baseline="0" dirty="0">
                <a:ln>
                  <a:noFill/>
                </a:ln>
                <a:effectLst/>
                <a:latin typeface="Arial" panose="020B0604020202020204" pitchFamily="34" charset="0"/>
              </a:rPr>
              <a:t>Permite </a:t>
            </a:r>
            <a:r>
              <a:rPr kumimoji="0" lang="es-PA" altLang="es-PA" sz="2000" b="1" i="0" u="none" strike="noStrike" cap="none" normalizeH="0" baseline="0" dirty="0">
                <a:ln>
                  <a:noFill/>
                </a:ln>
                <a:effectLst/>
                <a:latin typeface="Arial" panose="020B0604020202020204" pitchFamily="34" charset="0"/>
              </a:rPr>
              <a:t>publicar archivos de un paquete</a:t>
            </a:r>
            <a:r>
              <a:rPr kumimoji="0" lang="es-PA" altLang="es-PA" sz="2000" b="0" i="0" u="none" strike="noStrike" cap="none" normalizeH="0" baseline="0" dirty="0">
                <a:ln>
                  <a:noFill/>
                </a:ln>
                <a:effectLst/>
                <a:latin typeface="Arial" panose="020B0604020202020204" pitchFamily="34" charset="0"/>
              </a:rPr>
              <a:t> que haya registrado el </a:t>
            </a:r>
            <a:r>
              <a:rPr kumimoji="0" lang="es-PA" altLang="es-PA" sz="2000" b="1" i="0" u="none" strike="noStrike" cap="none" normalizeH="0" baseline="0" dirty="0">
                <a:ln>
                  <a:noFill/>
                </a:ln>
                <a:effectLst/>
                <a:latin typeface="Arial" panose="020B0604020202020204" pitchFamily="34" charset="0"/>
              </a:rPr>
              <a:t>tag </a:t>
            </a:r>
            <a:r>
              <a:rPr kumimoji="0" lang="es-PA" altLang="es-PA" sz="2000" b="1" i="0" u="none" strike="noStrike" cap="none" normalizeH="0" baseline="0" dirty="0">
                <a:ln>
                  <a:noFill/>
                </a:ln>
                <a:effectLst/>
                <a:latin typeface="Arial Unicode MS"/>
              </a:rPr>
              <a:t>crud</a:t>
            </a:r>
            <a:r>
              <a:rPr kumimoji="0" lang="es-PA" altLang="es-PA" sz="2000" b="0" i="0" u="none" strike="noStrike" cap="none" normalizeH="0" baseline="0" dirty="0">
                <a:ln>
                  <a:noFill/>
                </a:ln>
                <a:effectLst/>
              </a:rPr>
              <a:t>. Esto es parte del sistema de publicación de recursos de Laravel, usado por muchos paquetes para permitirte copiar archivos de configuración, vistas, migraciones, etc., desde </a:t>
            </a:r>
            <a:r>
              <a:rPr kumimoji="0" lang="es-PA" altLang="es-PA" sz="2000" b="0" i="0" u="none" strike="noStrike" cap="none" normalizeH="0" baseline="0" dirty="0" err="1">
                <a:ln>
                  <a:noFill/>
                </a:ln>
                <a:effectLst/>
                <a:latin typeface="Arial Unicode MS"/>
              </a:rPr>
              <a:t>vendor</a:t>
            </a:r>
            <a:r>
              <a:rPr kumimoji="0" lang="es-PA" altLang="es-PA" sz="2000" b="0" i="0" u="none" strike="noStrike" cap="none" normalizeH="0" baseline="0" dirty="0">
                <a:ln>
                  <a:noFill/>
                </a:ln>
                <a:effectLst/>
                <a:latin typeface="Arial Unicode MS"/>
              </a:rPr>
              <a:t>/</a:t>
            </a:r>
            <a:r>
              <a:rPr kumimoji="0" lang="es-PA" altLang="es-PA" sz="2000" b="0" i="0" u="none" strike="noStrike" cap="none" normalizeH="0" baseline="0" dirty="0">
                <a:ln>
                  <a:noFill/>
                </a:ln>
                <a:effectLst/>
              </a:rPr>
              <a:t> hacia tu aplicación (</a:t>
            </a:r>
            <a:r>
              <a:rPr kumimoji="0" lang="es-PA" altLang="es-PA" sz="2000" b="0" i="0" u="none" strike="noStrike" cap="none" normalizeH="0" baseline="0" dirty="0" err="1">
                <a:ln>
                  <a:noFill/>
                </a:ln>
                <a:effectLst/>
                <a:latin typeface="Arial Unicode MS"/>
              </a:rPr>
              <a:t>config</a:t>
            </a:r>
            <a:r>
              <a:rPr kumimoji="0" lang="es-PA" altLang="es-PA" sz="2000" b="0" i="0" u="none" strike="noStrike" cap="none" normalizeH="0" baseline="0" dirty="0">
                <a:ln>
                  <a:noFill/>
                </a:ln>
                <a:effectLst/>
                <a:latin typeface="Arial Unicode MS"/>
              </a:rPr>
              <a:t>/</a:t>
            </a:r>
            <a:r>
              <a:rPr kumimoji="0" lang="es-PA" altLang="es-PA" sz="2000" b="0" i="0" u="none" strike="noStrike" cap="none" normalizeH="0" baseline="0" dirty="0">
                <a:ln>
                  <a:noFill/>
                </a:ln>
                <a:effectLst/>
              </a:rPr>
              <a:t>, </a:t>
            </a:r>
            <a:r>
              <a:rPr kumimoji="0" lang="es-PA" altLang="es-PA" sz="2000" b="0" i="0" u="none" strike="noStrike" cap="none" normalizeH="0" baseline="0" dirty="0" err="1">
                <a:ln>
                  <a:noFill/>
                </a:ln>
                <a:effectLst/>
                <a:latin typeface="Arial Unicode MS"/>
              </a:rPr>
              <a:t>resources</a:t>
            </a:r>
            <a:r>
              <a:rPr kumimoji="0" lang="es-PA" altLang="es-PA" sz="2000" b="0" i="0" u="none" strike="noStrike" cap="none" normalizeH="0" baseline="0" dirty="0">
                <a:ln>
                  <a:noFill/>
                </a:ln>
                <a:effectLst/>
                <a:latin typeface="Arial Unicode MS"/>
              </a:rPr>
              <a:t>/</a:t>
            </a:r>
            <a:r>
              <a:rPr kumimoji="0" lang="es-PA" altLang="es-PA" sz="2000" b="0" i="0" u="none" strike="noStrike" cap="none" normalizeH="0" baseline="0" dirty="0">
                <a:ln>
                  <a:noFill/>
                </a:ln>
                <a:effectLst/>
              </a:rPr>
              <a:t>, </a:t>
            </a:r>
            <a:r>
              <a:rPr kumimoji="0" lang="es-PA" altLang="es-PA" sz="2000" b="0" i="0" u="none" strike="noStrike" cap="none" normalizeH="0" baseline="0" dirty="0" err="1">
                <a:ln>
                  <a:noFill/>
                </a:ln>
                <a:effectLst/>
              </a:rPr>
              <a:t>et</a:t>
            </a:r>
            <a:r>
              <a:rPr lang="es-PA" altLang="es-PA" sz="2000" dirty="0" err="1"/>
              <a:t>c</a:t>
            </a:r>
            <a:r>
              <a:rPr lang="es-PA" altLang="es-PA" sz="2000" dirty="0"/>
              <a:t>).</a:t>
            </a:r>
          </a:p>
          <a:p>
            <a:pPr marL="0" marR="0" lvl="0" indent="0" defTabSz="914400" rtl="0" eaLnBrk="0" fontAlgn="base" latinLnBrk="0" hangingPunct="0">
              <a:spcBef>
                <a:spcPct val="0"/>
              </a:spcBef>
              <a:spcAft>
                <a:spcPts val="600"/>
              </a:spcAft>
              <a:buClrTx/>
              <a:buSzTx/>
              <a:buFontTx/>
              <a:buNone/>
              <a:tabLst/>
            </a:pPr>
            <a:r>
              <a:rPr lang="es-PA" altLang="es-PA" sz="2000" dirty="0"/>
              <a:t>Si estas </a:t>
            </a:r>
            <a:r>
              <a:rPr lang="es-PA" altLang="es-PA" sz="2000" dirty="0" err="1"/>
              <a:t>usango</a:t>
            </a:r>
            <a:r>
              <a:rPr lang="es-PA" altLang="es-PA" sz="2000" dirty="0"/>
              <a:t> 	Ibex/crud-</a:t>
            </a:r>
            <a:r>
              <a:rPr lang="es-PA" altLang="es-PA" sz="2000" dirty="0" err="1"/>
              <a:t>generator</a:t>
            </a:r>
            <a:r>
              <a:rPr lang="es-PA" altLang="es-PA" sz="2000" dirty="0"/>
              <a:t>  --dev</a:t>
            </a:r>
            <a:r>
              <a:rPr lang="es-PA" altLang="es-PA" sz="2000" u="sng" dirty="0"/>
              <a:t>.</a:t>
            </a:r>
          </a:p>
          <a:p>
            <a:pPr marL="0" lvl="0" indent="0" eaLnBrk="0" fontAlgn="base" hangingPunct="0">
              <a:spcBef>
                <a:spcPct val="0"/>
              </a:spcBef>
              <a:spcAft>
                <a:spcPts val="600"/>
              </a:spcAft>
              <a:buNone/>
            </a:pPr>
            <a:r>
              <a:rPr lang="es-ES" sz="2000" dirty="0"/>
              <a:t>Luego publica sus archivos con </a:t>
            </a:r>
          </a:p>
          <a:p>
            <a:pPr marL="0" lvl="0" indent="0" eaLnBrk="0" fontAlgn="base" hangingPunct="0">
              <a:spcBef>
                <a:spcPct val="0"/>
              </a:spcBef>
              <a:spcAft>
                <a:spcPts val="600"/>
              </a:spcAft>
              <a:buNone/>
            </a:pPr>
            <a:r>
              <a:rPr lang="es-ES" sz="2000" b="1" dirty="0">
                <a:solidFill>
                  <a:srgbClr val="C00000"/>
                </a:solidFill>
              </a:rPr>
              <a:t>php artisan vendor:publish --tag=crud</a:t>
            </a:r>
          </a:p>
        </p:txBody>
      </p:sp>
      <p:pic>
        <p:nvPicPr>
          <p:cNvPr id="5122" name="Picture 2" descr="3,7 mil resultados de imágenes, fotos de stock e ilustraciones libres de  regalías para Cartoon girl programmer | Shutterstock">
            <a:extLst>
              <a:ext uri="{FF2B5EF4-FFF2-40B4-BE49-F238E27FC236}">
                <a16:creationId xmlns:a16="http://schemas.microsoft.com/office/drawing/2014/main" id="{DFC0BA0C-7EE7-304C-3CC0-81DD31DBCF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6780" y="-10142"/>
            <a:ext cx="24765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5B5E7434-3C3C-E1AD-16BE-EED3860CAE66}"/>
              </a:ext>
            </a:extLst>
          </p:cNvPr>
          <p:cNvPicPr>
            <a:picLocks noChangeAspect="1"/>
          </p:cNvPicPr>
          <p:nvPr/>
        </p:nvPicPr>
        <p:blipFill>
          <a:blip r:embed="rId3"/>
          <a:stretch>
            <a:fillRect/>
          </a:stretch>
        </p:blipFill>
        <p:spPr>
          <a:xfrm>
            <a:off x="1890850" y="5272784"/>
            <a:ext cx="9335803" cy="1190791"/>
          </a:xfrm>
          <a:prstGeom prst="rect">
            <a:avLst/>
          </a:prstGeom>
        </p:spPr>
      </p:pic>
    </p:spTree>
    <p:extLst>
      <p:ext uri="{BB962C8B-B14F-4D97-AF65-F5344CB8AC3E}">
        <p14:creationId xmlns:p14="http://schemas.microsoft.com/office/powerpoint/2010/main" val="3006288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E4EB87-1D6B-2306-E309-088010DC806C}"/>
              </a:ext>
            </a:extLst>
          </p:cNvPr>
          <p:cNvSpPr>
            <a:spLocks noGrp="1"/>
          </p:cNvSpPr>
          <p:nvPr>
            <p:ph type="title"/>
          </p:nvPr>
        </p:nvSpPr>
        <p:spPr>
          <a:xfrm>
            <a:off x="936522" y="469840"/>
            <a:ext cx="10515600" cy="1325563"/>
          </a:xfrm>
        </p:spPr>
        <p:txBody>
          <a:bodyPr>
            <a:normAutofit/>
          </a:bodyPr>
          <a:lstStyle/>
          <a:p>
            <a:r>
              <a:rPr lang="es-PA" b="1" dirty="0"/>
              <a:t>3. Ejecución del Generador</a:t>
            </a:r>
            <a:br>
              <a:rPr lang="es-PA" b="1" dirty="0"/>
            </a:br>
            <a:r>
              <a:rPr lang="en-US" b="1" dirty="0">
                <a:latin typeface="Times New Roman" panose="02020603050405020304" pitchFamily="18" charset="0"/>
                <a:cs typeface="Times New Roman" panose="02020603050405020304" pitchFamily="18" charset="0"/>
              </a:rPr>
              <a:t>php</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artisan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make</a:t>
            </a: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crud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products</a:t>
            </a:r>
            <a:endParaRPr lang="es-PA" b="1" dirty="0">
              <a:latin typeface="Times New Roman" panose="02020603050405020304" pitchFamily="18" charset="0"/>
              <a:cs typeface="Times New Roman" panose="02020603050405020304" pitchFamily="18" charset="0"/>
            </a:endParaRPr>
          </a:p>
        </p:txBody>
      </p:sp>
      <p:graphicFrame>
        <p:nvGraphicFramePr>
          <p:cNvPr id="4" name="Diagrama 3">
            <a:extLst>
              <a:ext uri="{FF2B5EF4-FFF2-40B4-BE49-F238E27FC236}">
                <a16:creationId xmlns:a16="http://schemas.microsoft.com/office/drawing/2014/main" id="{51569FB8-AAB1-6A95-53EE-9131B0151AD1}"/>
              </a:ext>
            </a:extLst>
          </p:cNvPr>
          <p:cNvGraphicFramePr/>
          <p:nvPr>
            <p:extLst>
              <p:ext uri="{D42A27DB-BD31-4B8C-83A1-F6EECF244321}">
                <p14:modId xmlns:p14="http://schemas.microsoft.com/office/powerpoint/2010/main" val="4053045292"/>
              </p:ext>
            </p:extLst>
          </p:nvPr>
        </p:nvGraphicFramePr>
        <p:xfrm>
          <a:off x="1756697" y="2222090"/>
          <a:ext cx="8128000" cy="3808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8242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D0473E-870B-4053-0720-7E2F8E9A540A}"/>
              </a:ext>
            </a:extLst>
          </p:cNvPr>
          <p:cNvSpPr>
            <a:spLocks noGrp="1"/>
          </p:cNvSpPr>
          <p:nvPr>
            <p:ph type="title"/>
          </p:nvPr>
        </p:nvSpPr>
        <p:spPr>
          <a:xfrm>
            <a:off x="838200" y="285612"/>
            <a:ext cx="10515600" cy="1325563"/>
          </a:xfrm>
        </p:spPr>
        <p:txBody>
          <a:bodyPr>
            <a:normAutofit/>
          </a:bodyPr>
          <a:lstStyle/>
          <a:p>
            <a:r>
              <a:rPr lang="es-PA" sz="3200" b="1" dirty="0">
                <a:solidFill>
                  <a:srgbClr val="C00000"/>
                </a:solidFill>
              </a:rPr>
              <a:t>use App\Http\</a:t>
            </a:r>
            <a:r>
              <a:rPr lang="es-PA" sz="3200" b="1" dirty="0" err="1">
                <a:solidFill>
                  <a:srgbClr val="C00000"/>
                </a:solidFill>
              </a:rPr>
              <a:t>Controllers</a:t>
            </a:r>
            <a:r>
              <a:rPr lang="es-PA" sz="3200" b="1" dirty="0">
                <a:solidFill>
                  <a:srgbClr val="C00000"/>
                </a:solidFill>
              </a:rPr>
              <a:t>\</a:t>
            </a:r>
            <a:r>
              <a:rPr lang="es-PA" sz="3200" b="1" dirty="0" err="1">
                <a:solidFill>
                  <a:srgbClr val="C00000"/>
                </a:solidFill>
              </a:rPr>
              <a:t>ProductController</a:t>
            </a:r>
            <a:r>
              <a:rPr lang="es-PA" sz="3200" b="1" dirty="0">
                <a:solidFill>
                  <a:srgbClr val="C00000"/>
                </a:solidFill>
              </a:rPr>
              <a:t>;</a:t>
            </a:r>
            <a:br>
              <a:rPr lang="es-PA" sz="3200" b="1" dirty="0">
                <a:solidFill>
                  <a:srgbClr val="C00000"/>
                </a:solidFill>
              </a:rPr>
            </a:br>
            <a:r>
              <a:rPr lang="en-US" sz="3200" dirty="0"/>
              <a:t>Route::resource('products', </a:t>
            </a:r>
            <a:r>
              <a:rPr lang="en-US" sz="3200" dirty="0" err="1"/>
              <a:t>ProductController</a:t>
            </a:r>
            <a:r>
              <a:rPr lang="en-US" sz="3200" dirty="0"/>
              <a:t>::class);</a:t>
            </a:r>
            <a:endParaRPr lang="es-PA" sz="3200" dirty="0"/>
          </a:p>
        </p:txBody>
      </p:sp>
      <p:sp>
        <p:nvSpPr>
          <p:cNvPr id="3" name="Marcador de contenido 2">
            <a:extLst>
              <a:ext uri="{FF2B5EF4-FFF2-40B4-BE49-F238E27FC236}">
                <a16:creationId xmlns:a16="http://schemas.microsoft.com/office/drawing/2014/main" id="{BA8D5380-4EF3-2232-ABC8-2C8FB6A34F61}"/>
              </a:ext>
            </a:extLst>
          </p:cNvPr>
          <p:cNvSpPr>
            <a:spLocks noGrp="1"/>
          </p:cNvSpPr>
          <p:nvPr>
            <p:ph idx="1"/>
          </p:nvPr>
        </p:nvSpPr>
        <p:spPr/>
        <p:txBody>
          <a:bodyPr>
            <a:normAutofit lnSpcReduction="10000"/>
          </a:bodyPr>
          <a:lstStyle/>
          <a:p>
            <a:r>
              <a:rPr lang="es-PA" b="1" dirty="0"/>
              <a:t>Define automáticamente todas las rutas CRUD</a:t>
            </a:r>
            <a:r>
              <a:rPr lang="es-PA" dirty="0"/>
              <a:t> para productos (</a:t>
            </a:r>
            <a:r>
              <a:rPr lang="es-PA" dirty="0" err="1"/>
              <a:t>index</a:t>
            </a:r>
            <a:r>
              <a:rPr lang="es-PA" dirty="0"/>
              <a:t>, </a:t>
            </a:r>
            <a:r>
              <a:rPr lang="es-PA" dirty="0" err="1"/>
              <a:t>create</a:t>
            </a:r>
            <a:r>
              <a:rPr lang="es-PA" dirty="0"/>
              <a:t>, store, show, </a:t>
            </a:r>
            <a:r>
              <a:rPr lang="es-PA" dirty="0" err="1"/>
              <a:t>edit</a:t>
            </a:r>
            <a:r>
              <a:rPr lang="es-PA" dirty="0"/>
              <a:t>, update, </a:t>
            </a:r>
            <a:r>
              <a:rPr lang="es-PA" dirty="0" err="1"/>
              <a:t>destroy</a:t>
            </a:r>
            <a:r>
              <a:rPr lang="es-PA" dirty="0"/>
              <a:t>).</a:t>
            </a:r>
          </a:p>
          <a:p>
            <a:r>
              <a:rPr lang="es-PA" dirty="0"/>
              <a:t>Incluye</a:t>
            </a:r>
            <a:endParaRPr lang="es-PA" dirty="0">
              <a:effectLst/>
            </a:endParaRPr>
          </a:p>
          <a:p>
            <a:pPr lvl="1"/>
            <a:r>
              <a:rPr lang="es-PA" dirty="0"/>
              <a:t>GET /products → </a:t>
            </a:r>
            <a:r>
              <a:rPr lang="es-PA" dirty="0" err="1"/>
              <a:t>products.index</a:t>
            </a:r>
            <a:endParaRPr lang="es-PA" dirty="0"/>
          </a:p>
          <a:p>
            <a:pPr lvl="1"/>
            <a:r>
              <a:rPr lang="es-PA" dirty="0"/>
              <a:t>GET /products/</a:t>
            </a:r>
            <a:r>
              <a:rPr lang="es-PA" dirty="0" err="1"/>
              <a:t>create</a:t>
            </a:r>
            <a:r>
              <a:rPr lang="es-PA" dirty="0"/>
              <a:t> → </a:t>
            </a:r>
            <a:r>
              <a:rPr lang="es-PA" dirty="0" err="1"/>
              <a:t>products.create</a:t>
            </a:r>
            <a:endParaRPr lang="es-PA" dirty="0"/>
          </a:p>
          <a:p>
            <a:pPr lvl="1"/>
            <a:r>
              <a:rPr lang="es-PA" dirty="0"/>
              <a:t>POST /products → </a:t>
            </a:r>
            <a:r>
              <a:rPr lang="es-PA" dirty="0" err="1"/>
              <a:t>products.store</a:t>
            </a:r>
            <a:endParaRPr lang="es-PA" dirty="0"/>
          </a:p>
          <a:p>
            <a:pPr lvl="1"/>
            <a:r>
              <a:rPr lang="es-PA" dirty="0"/>
              <a:t>GET /products/{</a:t>
            </a:r>
            <a:r>
              <a:rPr lang="es-PA" dirty="0" err="1"/>
              <a:t>product</a:t>
            </a:r>
            <a:r>
              <a:rPr lang="es-PA" dirty="0"/>
              <a:t>} → </a:t>
            </a:r>
            <a:r>
              <a:rPr lang="es-PA" dirty="0" err="1"/>
              <a:t>products.show</a:t>
            </a:r>
            <a:endParaRPr lang="es-PA" dirty="0"/>
          </a:p>
          <a:p>
            <a:pPr lvl="1"/>
            <a:r>
              <a:rPr lang="en-US" dirty="0"/>
              <a:t>GET /products/{product}/edit → </a:t>
            </a:r>
            <a:r>
              <a:rPr lang="en-US" dirty="0" err="1"/>
              <a:t>products.edit</a:t>
            </a:r>
            <a:endParaRPr lang="es-PA" dirty="0"/>
          </a:p>
          <a:p>
            <a:pPr lvl="1"/>
            <a:r>
              <a:rPr lang="en-US" dirty="0"/>
              <a:t>PUT/PATCH /products/{product} → </a:t>
            </a:r>
            <a:r>
              <a:rPr lang="en-US" dirty="0" err="1"/>
              <a:t>products.update</a:t>
            </a:r>
            <a:endParaRPr lang="es-PA" dirty="0"/>
          </a:p>
          <a:p>
            <a:pPr lvl="1"/>
            <a:r>
              <a:rPr lang="es-PA" dirty="0"/>
              <a:t>DELETE /products/{</a:t>
            </a:r>
            <a:r>
              <a:rPr lang="es-PA" dirty="0" err="1"/>
              <a:t>product</a:t>
            </a:r>
            <a:r>
              <a:rPr lang="es-PA" dirty="0"/>
              <a:t>} → </a:t>
            </a:r>
            <a:r>
              <a:rPr lang="es-PA" dirty="0" err="1"/>
              <a:t>products.destroy</a:t>
            </a:r>
            <a:endParaRPr lang="es-PA" dirty="0"/>
          </a:p>
          <a:p>
            <a:pPr marL="457200" lvl="1" indent="0">
              <a:buNone/>
            </a:pPr>
            <a:r>
              <a:rPr lang="es-PA" dirty="0"/>
              <a:t>Para ver las rutas podemos ubicar </a:t>
            </a:r>
            <a:r>
              <a:rPr lang="es-PA" b="1" dirty="0"/>
              <a:t>php artisan </a:t>
            </a:r>
            <a:r>
              <a:rPr lang="es-PA" b="1" dirty="0" err="1"/>
              <a:t>route:list</a:t>
            </a:r>
            <a:endParaRPr lang="es-PA" b="1" dirty="0"/>
          </a:p>
          <a:p>
            <a:endParaRPr lang="es-PA" dirty="0"/>
          </a:p>
        </p:txBody>
      </p:sp>
    </p:spTree>
    <p:extLst>
      <p:ext uri="{BB962C8B-B14F-4D97-AF65-F5344CB8AC3E}">
        <p14:creationId xmlns:p14="http://schemas.microsoft.com/office/powerpoint/2010/main" val="740853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0266F33-E005-5260-476B-2D3D23EF59C2}"/>
              </a:ext>
            </a:extLst>
          </p:cNvPr>
          <p:cNvSpPr>
            <a:spLocks noGrp="1"/>
          </p:cNvSpPr>
          <p:nvPr>
            <p:ph idx="1"/>
          </p:nvPr>
        </p:nvSpPr>
        <p:spPr>
          <a:xfrm>
            <a:off x="609600" y="344694"/>
            <a:ext cx="10515600" cy="2537654"/>
          </a:xfrm>
        </p:spPr>
        <p:txBody>
          <a:bodyPr/>
          <a:lstStyle/>
          <a:p>
            <a:r>
              <a:rPr lang="es-PA" b="1" dirty="0">
                <a:solidFill>
                  <a:srgbClr val="C00000"/>
                </a:solidFill>
              </a:rPr>
              <a:t>use App\Http\</a:t>
            </a:r>
            <a:r>
              <a:rPr lang="es-PA" b="1" dirty="0" err="1">
                <a:solidFill>
                  <a:srgbClr val="C00000"/>
                </a:solidFill>
              </a:rPr>
              <a:t>Controllers</a:t>
            </a:r>
            <a:r>
              <a:rPr lang="es-PA" b="1" dirty="0">
                <a:solidFill>
                  <a:srgbClr val="C00000"/>
                </a:solidFill>
              </a:rPr>
              <a:t>\</a:t>
            </a:r>
            <a:r>
              <a:rPr lang="es-PA" b="1" dirty="0" err="1">
                <a:solidFill>
                  <a:srgbClr val="C00000"/>
                </a:solidFill>
              </a:rPr>
              <a:t>ProductController</a:t>
            </a:r>
            <a:r>
              <a:rPr lang="es-PA" b="1" dirty="0">
                <a:solidFill>
                  <a:srgbClr val="C00000"/>
                </a:solidFill>
              </a:rPr>
              <a:t>;</a:t>
            </a:r>
          </a:p>
          <a:p>
            <a:r>
              <a:rPr lang="es-PA" dirty="0" err="1"/>
              <a:t>Route</a:t>
            </a:r>
            <a:r>
              <a:rPr lang="es-PA" dirty="0"/>
              <a:t>::</a:t>
            </a:r>
            <a:r>
              <a:rPr lang="es-PA" dirty="0" err="1"/>
              <a:t>resource</a:t>
            </a:r>
            <a:r>
              <a:rPr lang="es-PA" dirty="0"/>
              <a:t>('</a:t>
            </a:r>
            <a:r>
              <a:rPr lang="es-PA" dirty="0" err="1"/>
              <a:t>products</a:t>
            </a:r>
            <a:r>
              <a:rPr lang="es-PA" dirty="0"/>
              <a:t>', </a:t>
            </a:r>
            <a:r>
              <a:rPr lang="es-PA" dirty="0" err="1"/>
              <a:t>ProductController</a:t>
            </a:r>
            <a:r>
              <a:rPr lang="es-PA" dirty="0"/>
              <a:t>::</a:t>
            </a:r>
            <a:r>
              <a:rPr lang="es-PA" dirty="0" err="1"/>
              <a:t>class</a:t>
            </a:r>
            <a:r>
              <a:rPr lang="es-PA" dirty="0"/>
              <a:t>);</a:t>
            </a:r>
          </a:p>
          <a:p>
            <a:endParaRPr lang="es-PA" dirty="0"/>
          </a:p>
          <a:p>
            <a:r>
              <a:rPr lang="es-PA" b="1" dirty="0"/>
              <a:t>¿Composer necesita refrescar </a:t>
            </a:r>
            <a:r>
              <a:rPr lang="es-PA" b="1" dirty="0" err="1"/>
              <a:t>autoload</a:t>
            </a:r>
            <a:r>
              <a:rPr lang="es-PA" b="1" dirty="0"/>
              <a:t>?</a:t>
            </a:r>
            <a:endParaRPr lang="es-PA" dirty="0"/>
          </a:p>
          <a:p>
            <a:r>
              <a:rPr lang="es-PA" dirty="0" err="1"/>
              <a:t>composer</a:t>
            </a:r>
            <a:r>
              <a:rPr lang="es-PA" dirty="0"/>
              <a:t> </a:t>
            </a:r>
            <a:r>
              <a:rPr lang="es-PA" dirty="0" err="1"/>
              <a:t>dump-autoload</a:t>
            </a:r>
            <a:endParaRPr lang="es-PA" dirty="0"/>
          </a:p>
          <a:p>
            <a:endParaRPr lang="es-PA" dirty="0"/>
          </a:p>
          <a:p>
            <a:endParaRPr lang="es-PA" dirty="0"/>
          </a:p>
        </p:txBody>
      </p:sp>
      <p:pic>
        <p:nvPicPr>
          <p:cNvPr id="4" name="Imagen 3" descr="Texto&#10;&#10;El contenido generado por IA puede ser incorrecto.">
            <a:extLst>
              <a:ext uri="{FF2B5EF4-FFF2-40B4-BE49-F238E27FC236}">
                <a16:creationId xmlns:a16="http://schemas.microsoft.com/office/drawing/2014/main" id="{329C85D6-1D7A-9DE0-7CEB-14699FE5B1CF}"/>
              </a:ext>
            </a:extLst>
          </p:cNvPr>
          <p:cNvPicPr>
            <a:picLocks noChangeAspect="1"/>
          </p:cNvPicPr>
          <p:nvPr/>
        </p:nvPicPr>
        <p:blipFill>
          <a:blip r:embed="rId2"/>
          <a:stretch>
            <a:fillRect/>
          </a:stretch>
        </p:blipFill>
        <p:spPr>
          <a:xfrm>
            <a:off x="1769247" y="3077444"/>
            <a:ext cx="7518136" cy="3631469"/>
          </a:xfrm>
          <a:prstGeom prst="rect">
            <a:avLst/>
          </a:prstGeom>
        </p:spPr>
      </p:pic>
    </p:spTree>
    <p:extLst>
      <p:ext uri="{BB962C8B-B14F-4D97-AF65-F5344CB8AC3E}">
        <p14:creationId xmlns:p14="http://schemas.microsoft.com/office/powerpoint/2010/main" val="14859461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BB640A4-405F-FC85-8114-9F3D4048B5E6}"/>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composer require </a:t>
            </a:r>
            <a:r>
              <a:rPr lang="en-US" sz="4000" dirty="0" err="1">
                <a:solidFill>
                  <a:srgbClr val="FFFFFF"/>
                </a:solidFill>
              </a:rPr>
              <a:t>laravel</a:t>
            </a:r>
            <a:r>
              <a:rPr lang="en-US" sz="4000" dirty="0">
                <a:solidFill>
                  <a:srgbClr val="FFFFFF"/>
                </a:solidFill>
              </a:rPr>
              <a:t>/</a:t>
            </a:r>
            <a:r>
              <a:rPr lang="en-US" sz="4000" dirty="0" err="1">
                <a:solidFill>
                  <a:srgbClr val="FFFFFF"/>
                </a:solidFill>
              </a:rPr>
              <a:t>ui</a:t>
            </a:r>
            <a:endParaRPr lang="es-PA" sz="4000" dirty="0">
              <a:solidFill>
                <a:srgbClr val="FFFFFF"/>
              </a:solidFill>
            </a:endParaRPr>
          </a:p>
        </p:txBody>
      </p:sp>
      <p:graphicFrame>
        <p:nvGraphicFramePr>
          <p:cNvPr id="5" name="Marcador de contenido 2">
            <a:extLst>
              <a:ext uri="{FF2B5EF4-FFF2-40B4-BE49-F238E27FC236}">
                <a16:creationId xmlns:a16="http://schemas.microsoft.com/office/drawing/2014/main" id="{678574D5-E050-CA15-69C5-5D896B68D821}"/>
              </a:ext>
            </a:extLst>
          </p:cNvPr>
          <p:cNvGraphicFramePr>
            <a:graphicFrameLocks noGrp="1"/>
          </p:cNvGraphicFramePr>
          <p:nvPr>
            <p:ph idx="1"/>
            <p:extLst>
              <p:ext uri="{D42A27DB-BD31-4B8C-83A1-F6EECF244321}">
                <p14:modId xmlns:p14="http://schemas.microsoft.com/office/powerpoint/2010/main" val="3098564234"/>
              </p:ext>
            </p:extLst>
          </p:nvPr>
        </p:nvGraphicFramePr>
        <p:xfrm>
          <a:off x="4568971" y="702036"/>
          <a:ext cx="4592035"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descr="Contraseña Enter Password GIF - Contraseña Enter Password Password -  Discover &amp; Share GIFs">
            <a:extLst>
              <a:ext uri="{FF2B5EF4-FFF2-40B4-BE49-F238E27FC236}">
                <a16:creationId xmlns:a16="http://schemas.microsoft.com/office/drawing/2014/main" id="{1419B64A-3437-B133-209B-C12A80CB6F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97097" y="96800"/>
            <a:ext cx="2503788" cy="1877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117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027B5F-CBF0-B57F-F681-AECE6C6EAD16}"/>
              </a:ext>
            </a:extLst>
          </p:cNvPr>
          <p:cNvSpPr>
            <a:spLocks noGrp="1"/>
          </p:cNvSpPr>
          <p:nvPr>
            <p:ph type="title"/>
          </p:nvPr>
        </p:nvSpPr>
        <p:spPr/>
        <p:txBody>
          <a:bodyPr/>
          <a:lstStyle/>
          <a:p>
            <a:r>
              <a:rPr lang="es-PA" dirty="0"/>
              <a:t>Si hay errores con el CSS (</a:t>
            </a:r>
            <a:r>
              <a:rPr lang="es-PA" dirty="0" err="1"/>
              <a:t>FrontEnd</a:t>
            </a:r>
            <a:r>
              <a:rPr lang="es-PA" dirty="0"/>
              <a:t>)</a:t>
            </a:r>
          </a:p>
        </p:txBody>
      </p:sp>
      <p:sp>
        <p:nvSpPr>
          <p:cNvPr id="3" name="Marcador de contenido 2">
            <a:extLst>
              <a:ext uri="{FF2B5EF4-FFF2-40B4-BE49-F238E27FC236}">
                <a16:creationId xmlns:a16="http://schemas.microsoft.com/office/drawing/2014/main" id="{449A4161-D0D9-BD11-1F56-0A6798B4C29F}"/>
              </a:ext>
            </a:extLst>
          </p:cNvPr>
          <p:cNvSpPr>
            <a:spLocks noGrp="1"/>
          </p:cNvSpPr>
          <p:nvPr>
            <p:ph idx="1"/>
          </p:nvPr>
        </p:nvSpPr>
        <p:spPr/>
        <p:txBody>
          <a:bodyPr/>
          <a:lstStyle/>
          <a:p>
            <a:r>
              <a:rPr lang="en-US" dirty="0" err="1"/>
              <a:t>php</a:t>
            </a:r>
            <a:r>
              <a:rPr lang="en-US" dirty="0"/>
              <a:t> artisan </a:t>
            </a:r>
            <a:r>
              <a:rPr lang="en-US" dirty="0" err="1"/>
              <a:t>ui</a:t>
            </a:r>
            <a:r>
              <a:rPr lang="en-US" dirty="0"/>
              <a:t> </a:t>
            </a:r>
            <a:r>
              <a:rPr lang="en-US" dirty="0" err="1"/>
              <a:t>boostrap</a:t>
            </a:r>
            <a:endParaRPr lang="en-US" dirty="0"/>
          </a:p>
          <a:p>
            <a:endParaRPr lang="es-PA" dirty="0"/>
          </a:p>
        </p:txBody>
      </p:sp>
    </p:spTree>
    <p:extLst>
      <p:ext uri="{BB962C8B-B14F-4D97-AF65-F5344CB8AC3E}">
        <p14:creationId xmlns:p14="http://schemas.microsoft.com/office/powerpoint/2010/main" val="7175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4CE3BE4-A98D-D1A8-D247-46F7AA8BB372}"/>
              </a:ext>
            </a:extLst>
          </p:cNvPr>
          <p:cNvSpPr>
            <a:spLocks noGrp="1"/>
          </p:cNvSpPr>
          <p:nvPr>
            <p:ph idx="1"/>
          </p:nvPr>
        </p:nvSpPr>
        <p:spPr/>
        <p:txBody>
          <a:bodyPr/>
          <a:lstStyle/>
          <a:p>
            <a:endParaRPr lang="es-PA"/>
          </a:p>
        </p:txBody>
      </p:sp>
      <p:pic>
        <p:nvPicPr>
          <p:cNvPr id="5" name="Imagen 4">
            <a:extLst>
              <a:ext uri="{FF2B5EF4-FFF2-40B4-BE49-F238E27FC236}">
                <a16:creationId xmlns:a16="http://schemas.microsoft.com/office/drawing/2014/main" id="{61D84ECB-2844-99E9-401F-FB09E5DC9EC9}"/>
              </a:ext>
            </a:extLst>
          </p:cNvPr>
          <p:cNvPicPr>
            <a:picLocks noChangeAspect="1"/>
          </p:cNvPicPr>
          <p:nvPr/>
        </p:nvPicPr>
        <p:blipFill>
          <a:blip r:embed="rId2"/>
          <a:stretch>
            <a:fillRect/>
          </a:stretch>
        </p:blipFill>
        <p:spPr>
          <a:xfrm>
            <a:off x="465939" y="504417"/>
            <a:ext cx="11260121" cy="5849166"/>
          </a:xfrm>
          <a:prstGeom prst="rect">
            <a:avLst/>
          </a:prstGeom>
        </p:spPr>
      </p:pic>
    </p:spTree>
    <p:extLst>
      <p:ext uri="{BB962C8B-B14F-4D97-AF65-F5344CB8AC3E}">
        <p14:creationId xmlns:p14="http://schemas.microsoft.com/office/powerpoint/2010/main" val="3882378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Freeform: Shape 615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9A72F3F5-822C-5AE5-995D-3C5F43CD7513}"/>
              </a:ext>
            </a:extLst>
          </p:cNvPr>
          <p:cNvSpPr>
            <a:spLocks noGrp="1"/>
          </p:cNvSpPr>
          <p:nvPr>
            <p:ph type="title"/>
          </p:nvPr>
        </p:nvSpPr>
        <p:spPr>
          <a:xfrm>
            <a:off x="1137034" y="609597"/>
            <a:ext cx="9392421" cy="1330841"/>
          </a:xfrm>
        </p:spPr>
        <p:txBody>
          <a:bodyPr>
            <a:normAutofit/>
          </a:bodyPr>
          <a:lstStyle/>
          <a:p>
            <a:r>
              <a:rPr lang="es-PA" dirty="0" err="1"/>
              <a:t>Unable</a:t>
            </a:r>
            <a:r>
              <a:rPr lang="es-PA" dirty="0"/>
              <a:t> </a:t>
            </a:r>
            <a:r>
              <a:rPr lang="es-PA" dirty="0" err="1"/>
              <a:t>to</a:t>
            </a:r>
            <a:r>
              <a:rPr lang="es-PA" dirty="0"/>
              <a:t> locate file vite </a:t>
            </a:r>
            <a:r>
              <a:rPr lang="es-PA" dirty="0" err="1"/>
              <a:t>manifest</a:t>
            </a:r>
            <a:r>
              <a:rPr lang="es-PA" dirty="0"/>
              <a:t> </a:t>
            </a:r>
            <a:r>
              <a:rPr lang="es-PA" dirty="0" err="1"/>
              <a:t>resources</a:t>
            </a:r>
            <a:r>
              <a:rPr lang="es-PA" dirty="0"/>
              <a:t>/</a:t>
            </a:r>
            <a:r>
              <a:rPr lang="es-PA" dirty="0" err="1"/>
              <a:t>sass</a:t>
            </a:r>
            <a:r>
              <a:rPr lang="es-PA" dirty="0"/>
              <a:t>/</a:t>
            </a:r>
            <a:r>
              <a:rPr lang="es-PA" dirty="0" err="1"/>
              <a:t>app.scss</a:t>
            </a:r>
            <a:endParaRPr lang="es-PA" dirty="0"/>
          </a:p>
        </p:txBody>
      </p:sp>
      <p:sp>
        <p:nvSpPr>
          <p:cNvPr id="3" name="Marcador de contenido 2">
            <a:extLst>
              <a:ext uri="{FF2B5EF4-FFF2-40B4-BE49-F238E27FC236}">
                <a16:creationId xmlns:a16="http://schemas.microsoft.com/office/drawing/2014/main" id="{EA09C469-D5AC-95B9-24DF-3D3A8773DA08}"/>
              </a:ext>
            </a:extLst>
          </p:cNvPr>
          <p:cNvSpPr>
            <a:spLocks noGrp="1"/>
          </p:cNvSpPr>
          <p:nvPr>
            <p:ph idx="1"/>
          </p:nvPr>
        </p:nvSpPr>
        <p:spPr>
          <a:xfrm>
            <a:off x="613643" y="2180492"/>
            <a:ext cx="6168993" cy="3907524"/>
          </a:xfrm>
        </p:spPr>
        <p:txBody>
          <a:bodyPr>
            <a:noAutofit/>
          </a:bodyPr>
          <a:lstStyle/>
          <a:p>
            <a:r>
              <a:rPr lang="es-PA" dirty="0">
                <a:latin typeface="Times New Roman" panose="02020603050405020304" pitchFamily="18" charset="0"/>
                <a:cs typeface="Times New Roman" panose="02020603050405020304" pitchFamily="18" charset="0"/>
              </a:rPr>
              <a:t>Indica que estas tratando de cargar un archivo </a:t>
            </a:r>
            <a:r>
              <a:rPr lang="es-PA" dirty="0" err="1">
                <a:latin typeface="Times New Roman" panose="02020603050405020304" pitchFamily="18" charset="0"/>
                <a:cs typeface="Times New Roman" panose="02020603050405020304" pitchFamily="18" charset="0"/>
              </a:rPr>
              <a:t>app.scss</a:t>
            </a:r>
            <a:r>
              <a:rPr lang="es-PA" dirty="0">
                <a:latin typeface="Times New Roman" panose="02020603050405020304" pitchFamily="18" charset="0"/>
                <a:cs typeface="Times New Roman" panose="02020603050405020304" pitchFamily="18" charset="0"/>
              </a:rPr>
              <a:t> con Vite, pero ese archivo no fue procesado ni existe.</a:t>
            </a:r>
          </a:p>
          <a:p>
            <a:r>
              <a:rPr lang="es-PA" dirty="0" err="1">
                <a:latin typeface="Times New Roman" panose="02020603050405020304" pitchFamily="18" charset="0"/>
                <a:cs typeface="Times New Roman" panose="02020603050405020304" pitchFamily="18" charset="0"/>
              </a:rPr>
              <a:t>Vite.manifest.json</a:t>
            </a:r>
            <a:r>
              <a:rPr lang="es-PA" dirty="0">
                <a:latin typeface="Times New Roman" panose="02020603050405020304" pitchFamily="18" charset="0"/>
                <a:cs typeface="Times New Roman" panose="02020603050405020304" pitchFamily="18" charset="0"/>
              </a:rPr>
              <a:t>.</a:t>
            </a:r>
          </a:p>
          <a:p>
            <a:r>
              <a:rPr lang="es-PA" dirty="0" err="1">
                <a:latin typeface="Times New Roman" panose="02020603050405020304" pitchFamily="18" charset="0"/>
                <a:cs typeface="Times New Roman" panose="02020603050405020304" pitchFamily="18" charset="0"/>
              </a:rPr>
              <a:t>Asegurate</a:t>
            </a:r>
            <a:r>
              <a:rPr lang="es-PA" dirty="0">
                <a:latin typeface="Times New Roman" panose="02020603050405020304" pitchFamily="18" charset="0"/>
                <a:cs typeface="Times New Roman" panose="02020603050405020304" pitchFamily="18" charset="0"/>
              </a:rPr>
              <a:t> de que exista el archivo.</a:t>
            </a:r>
          </a:p>
          <a:p>
            <a:r>
              <a:rPr lang="es-PA" dirty="0" err="1">
                <a:latin typeface="Times New Roman" panose="02020603050405020304" pitchFamily="18" charset="0"/>
                <a:cs typeface="Times New Roman" panose="02020603050405020304" pitchFamily="18" charset="0"/>
              </a:rPr>
              <a:t>Reources</a:t>
            </a:r>
            <a:r>
              <a:rPr lang="es-PA" dirty="0">
                <a:latin typeface="Times New Roman" panose="02020603050405020304" pitchFamily="18" charset="0"/>
                <a:cs typeface="Times New Roman" panose="02020603050405020304" pitchFamily="18" charset="0"/>
              </a:rPr>
              <a:t>/</a:t>
            </a:r>
            <a:r>
              <a:rPr lang="es-PA" dirty="0" err="1">
                <a:latin typeface="Times New Roman" panose="02020603050405020304" pitchFamily="18" charset="0"/>
                <a:cs typeface="Times New Roman" panose="02020603050405020304" pitchFamily="18" charset="0"/>
              </a:rPr>
              <a:t>sass</a:t>
            </a:r>
            <a:r>
              <a:rPr lang="es-PA" dirty="0">
                <a:latin typeface="Times New Roman" panose="02020603050405020304" pitchFamily="18" charset="0"/>
                <a:cs typeface="Times New Roman" panose="02020603050405020304" pitchFamily="18" charset="0"/>
              </a:rPr>
              <a:t>/</a:t>
            </a:r>
            <a:r>
              <a:rPr lang="es-PA" dirty="0" err="1">
                <a:latin typeface="Times New Roman" panose="02020603050405020304" pitchFamily="18" charset="0"/>
                <a:cs typeface="Times New Roman" panose="02020603050405020304" pitchFamily="18" charset="0"/>
              </a:rPr>
              <a:t>app.scss</a:t>
            </a:r>
            <a:endParaRPr lang="es-PA" dirty="0">
              <a:latin typeface="Times New Roman" panose="02020603050405020304" pitchFamily="18" charset="0"/>
              <a:cs typeface="Times New Roman" panose="02020603050405020304" pitchFamily="18" charset="0"/>
            </a:endParaRPr>
          </a:p>
          <a:p>
            <a:r>
              <a:rPr lang="es-PA" dirty="0">
                <a:latin typeface="Times New Roman" panose="02020603050405020304" pitchFamily="18" charset="0"/>
                <a:cs typeface="Times New Roman" panose="02020603050405020304" pitchFamily="18" charset="0"/>
              </a:rPr>
              <a:t>Si está configura correctamente tu vite.config.js.</a:t>
            </a:r>
          </a:p>
        </p:txBody>
      </p:sp>
      <p:pic>
        <p:nvPicPr>
          <p:cNvPr id="6146" name="Picture 2" descr="Deberían aprender a programar todos los niños? - Mecanografia.com">
            <a:extLst>
              <a:ext uri="{FF2B5EF4-FFF2-40B4-BE49-F238E27FC236}">
                <a16:creationId xmlns:a16="http://schemas.microsoft.com/office/drawing/2014/main" id="{934E3CA1-1673-ABFE-4F23-6B7CB4C8E5F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62696" y="2452456"/>
            <a:ext cx="4345322" cy="2982398"/>
          </a:xfrm>
          <a:prstGeom prst="rect">
            <a:avLst/>
          </a:prstGeom>
          <a:noFill/>
          <a:extLst>
            <a:ext uri="{909E8E84-426E-40DD-AFC4-6F175D3DCCD1}">
              <a14:hiddenFill xmlns:a14="http://schemas.microsoft.com/office/drawing/2010/main">
                <a:solidFill>
                  <a:srgbClr val="FFFFFF"/>
                </a:solidFill>
              </a14:hiddenFill>
            </a:ext>
          </a:extLst>
        </p:spPr>
      </p:pic>
      <p:sp>
        <p:nvSpPr>
          <p:cNvPr id="6155" name="Freeform: Shape 615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00868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8FAEF9-6977-174A-20EC-D317FAED96CF}"/>
              </a:ext>
            </a:extLst>
          </p:cNvPr>
          <p:cNvSpPr>
            <a:spLocks noGrp="1"/>
          </p:cNvSpPr>
          <p:nvPr>
            <p:ph type="title"/>
          </p:nvPr>
        </p:nvSpPr>
        <p:spPr>
          <a:xfrm>
            <a:off x="523568" y="2577383"/>
            <a:ext cx="10515600" cy="1325563"/>
          </a:xfrm>
        </p:spPr>
        <p:txBody>
          <a:bodyPr/>
          <a:lstStyle/>
          <a:p>
            <a:pPr algn="ctr"/>
            <a:r>
              <a:rPr lang="es-PA" b="1" dirty="0"/>
              <a:t>Fin</a:t>
            </a:r>
          </a:p>
        </p:txBody>
      </p:sp>
      <p:pic>
        <p:nvPicPr>
          <p:cNvPr id="4098" name="Picture 2" descr="Niña programando su robot con una computadora portátil, Ilustraciones  Incluyendo: programación y vástago - Envato">
            <a:extLst>
              <a:ext uri="{FF2B5EF4-FFF2-40B4-BE49-F238E27FC236}">
                <a16:creationId xmlns:a16="http://schemas.microsoft.com/office/drawing/2014/main" id="{3B7BE518-B64C-AB86-E8BE-36FBFCFFC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1371" y="1715756"/>
            <a:ext cx="4124325"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815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3" name="Picture 3" descr="Primer plano de las manos sosteniendo un libro abierto">
            <a:extLst>
              <a:ext uri="{FF2B5EF4-FFF2-40B4-BE49-F238E27FC236}">
                <a16:creationId xmlns:a16="http://schemas.microsoft.com/office/drawing/2014/main" id="{8436FE8E-51A2-4914-92C8-F1B1E7FA13C0}"/>
              </a:ext>
            </a:extLst>
          </p:cNvPr>
          <p:cNvPicPr>
            <a:picLocks noChangeAspect="1"/>
          </p:cNvPicPr>
          <p:nvPr/>
        </p:nvPicPr>
        <p:blipFill>
          <a:blip r:embed="rId2">
            <a:alphaModFix/>
          </a:blip>
          <a:srcRect b="15730"/>
          <a:stretch>
            <a:fillRect/>
          </a:stretch>
        </p:blipFill>
        <p:spPr>
          <a:xfrm>
            <a:off x="20" y="10"/>
            <a:ext cx="12191979" cy="6857990"/>
          </a:xfrm>
          <a:prstGeom prst="rect">
            <a:avLst/>
          </a:prstGeom>
        </p:spPr>
      </p:pic>
      <p:sp>
        <p:nvSpPr>
          <p:cNvPr id="14" name="Rectangle 7">
            <a:extLst>
              <a:ext uri="{FF2B5EF4-FFF2-40B4-BE49-F238E27FC236}">
                <a16:creationId xmlns:a16="http://schemas.microsoft.com/office/drawing/2014/main" id="{EB0222B5-B739-82A9-5CCC-C5585AE12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44663" y="-4344657"/>
            <a:ext cx="3512260" cy="12201589"/>
          </a:xfrm>
          <a:prstGeom prst="rect">
            <a:avLst/>
          </a:prstGeom>
          <a:gradFill flip="none" rotWithShape="1">
            <a:gsLst>
              <a:gs pos="10000">
                <a:srgbClr val="000000">
                  <a:alpha val="0"/>
                </a:srgbClr>
              </a:gs>
              <a:gs pos="66000">
                <a:srgbClr val="000000">
                  <a:alpha val="46000"/>
                </a:srgbClr>
              </a:gs>
              <a:gs pos="100000">
                <a:srgbClr val="000000">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35EC031-5D70-9BBB-3834-4693077BF26F}"/>
              </a:ext>
            </a:extLst>
          </p:cNvPr>
          <p:cNvSpPr>
            <a:spLocks noGrp="1"/>
          </p:cNvSpPr>
          <p:nvPr>
            <p:ph type="title"/>
          </p:nvPr>
        </p:nvSpPr>
        <p:spPr>
          <a:xfrm>
            <a:off x="762000" y="1137434"/>
            <a:ext cx="7800660" cy="1520987"/>
          </a:xfrm>
        </p:spPr>
        <p:txBody>
          <a:bodyPr vert="horz" lIns="91440" tIns="45720" rIns="91440" bIns="45720" rtlCol="0" anchor="t">
            <a:normAutofit/>
          </a:bodyPr>
          <a:lstStyle/>
          <a:p>
            <a:r>
              <a:rPr lang="en-US" sz="4000">
                <a:solidFill>
                  <a:srgbClr val="FFFFFF"/>
                </a:solidFill>
              </a:rPr>
              <a:t>Leer un poco más para adentrarnos en el mundo de Laravel.</a:t>
            </a:r>
          </a:p>
        </p:txBody>
      </p:sp>
      <p:sp>
        <p:nvSpPr>
          <p:cNvPr id="15" name="Rectangle 9">
            <a:extLst>
              <a:ext uri="{FF2B5EF4-FFF2-40B4-BE49-F238E27FC236}">
                <a16:creationId xmlns:a16="http://schemas.microsoft.com/office/drawing/2014/main" id="{5BE23E75-E7E9-4D9F-6D25-5512363F8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78570" y="-449383"/>
            <a:ext cx="2425271" cy="12201588"/>
          </a:xfrm>
          <a:prstGeom prst="rect">
            <a:avLst/>
          </a:prstGeom>
          <a:gradFill flip="none" rotWithShape="1">
            <a:gsLst>
              <a:gs pos="10000">
                <a:srgbClr val="000000">
                  <a:alpha val="0"/>
                </a:srgbClr>
              </a:gs>
              <a:gs pos="66000">
                <a:srgbClr val="000000">
                  <a:alpha val="35000"/>
                </a:srgbClr>
              </a:gs>
              <a:gs pos="100000">
                <a:srgbClr val="000000">
                  <a:alpha val="45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1B115DB-65EB-3FC3-7284-CFDF4ADC60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817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FC45AF-F349-BB19-3FD9-534978960546}"/>
              </a:ext>
            </a:extLst>
          </p:cNvPr>
          <p:cNvSpPr>
            <a:spLocks noGrp="1"/>
          </p:cNvSpPr>
          <p:nvPr>
            <p:ph type="title"/>
          </p:nvPr>
        </p:nvSpPr>
        <p:spPr>
          <a:xfrm>
            <a:off x="179438" y="272292"/>
            <a:ext cx="10515600" cy="935475"/>
          </a:xfrm>
        </p:spPr>
        <p:txBody>
          <a:bodyPr/>
          <a:lstStyle/>
          <a:p>
            <a:r>
              <a:rPr lang="es-PA" dirty="0"/>
              <a:t>Conociendo un poco más…</a:t>
            </a:r>
          </a:p>
        </p:txBody>
      </p:sp>
      <p:sp>
        <p:nvSpPr>
          <p:cNvPr id="3" name="Marcador de contenido 2">
            <a:extLst>
              <a:ext uri="{FF2B5EF4-FFF2-40B4-BE49-F238E27FC236}">
                <a16:creationId xmlns:a16="http://schemas.microsoft.com/office/drawing/2014/main" id="{AFC6DD9E-4443-88F5-D08A-5EFAFA692C1B}"/>
              </a:ext>
            </a:extLst>
          </p:cNvPr>
          <p:cNvSpPr>
            <a:spLocks noGrp="1"/>
          </p:cNvSpPr>
          <p:nvPr>
            <p:ph idx="1"/>
          </p:nvPr>
        </p:nvSpPr>
        <p:spPr>
          <a:xfrm>
            <a:off x="463345" y="1253331"/>
            <a:ext cx="11265310" cy="3652966"/>
          </a:xfrm>
        </p:spPr>
        <p:txBody>
          <a:bodyPr/>
          <a:lstStyle/>
          <a:p>
            <a:r>
              <a:rPr lang="es-ES" b="1" dirty="0"/>
              <a:t>🛡️ Función Principal: Protección contra Asignación Masiva</a:t>
            </a:r>
          </a:p>
          <a:p>
            <a:pPr marL="0" indent="0">
              <a:buNone/>
            </a:pPr>
            <a:r>
              <a:rPr lang="es-ES" dirty="0"/>
              <a:t>El array $</a:t>
            </a:r>
            <a:r>
              <a:rPr lang="es-ES" dirty="0" err="1"/>
              <a:t>fillable</a:t>
            </a:r>
            <a:r>
              <a:rPr lang="es-ES" dirty="0"/>
              <a:t> especifica qué campos de la base de datos </a:t>
            </a:r>
            <a:r>
              <a:rPr lang="es-ES" b="1" dirty="0"/>
              <a:t>pueden</a:t>
            </a:r>
            <a:r>
              <a:rPr lang="es-ES" dirty="0"/>
              <a:t> ser asignados de forma masiva cuando se crea o actualiza un registro utilizando métodos del modelo, como </a:t>
            </a:r>
            <a:r>
              <a:rPr lang="es-ES" dirty="0" err="1"/>
              <a:t>create</a:t>
            </a:r>
            <a:r>
              <a:rPr lang="es-ES" dirty="0"/>
              <a:t>(), update(), o </a:t>
            </a:r>
            <a:r>
              <a:rPr lang="es-ES" dirty="0" err="1"/>
              <a:t>fill</a:t>
            </a:r>
            <a:r>
              <a:rPr lang="es-ES" dirty="0"/>
              <a:t>().</a:t>
            </a:r>
          </a:p>
          <a:p>
            <a:pPr marL="0" indent="0">
              <a:buNone/>
            </a:pPr>
            <a:r>
              <a:rPr lang="es-ES" b="1" dirty="0"/>
              <a:t>¿Qué es la Asignación Masiva?</a:t>
            </a:r>
          </a:p>
          <a:p>
            <a:pPr marL="0" indent="0">
              <a:buNone/>
            </a:pPr>
            <a:r>
              <a:rPr lang="es-ES" dirty="0"/>
              <a:t>La asignación masiva ocurre cuando pasas un </a:t>
            </a:r>
            <a:r>
              <a:rPr lang="es-ES" i="1" dirty="0"/>
              <a:t>array</a:t>
            </a:r>
            <a:r>
              <a:rPr lang="es-ES" dirty="0"/>
              <a:t> completo de datos (típicamente de un formulario, como $_POST o $</a:t>
            </a:r>
            <a:r>
              <a:rPr lang="es-ES" dirty="0" err="1"/>
              <a:t>request</a:t>
            </a:r>
            <a:r>
              <a:rPr lang="es-ES" dirty="0"/>
              <a:t>-&gt;</a:t>
            </a:r>
            <a:r>
              <a:rPr lang="es-ES" dirty="0" err="1"/>
              <a:t>all</a:t>
            </a:r>
            <a:r>
              <a:rPr lang="es-ES" dirty="0"/>
              <a:t>()) directamente a un método del modelo, como este:</a:t>
            </a:r>
            <a:endParaRPr lang="es-PA" dirty="0"/>
          </a:p>
        </p:txBody>
      </p:sp>
      <p:pic>
        <p:nvPicPr>
          <p:cNvPr id="5" name="Imagen 4">
            <a:extLst>
              <a:ext uri="{FF2B5EF4-FFF2-40B4-BE49-F238E27FC236}">
                <a16:creationId xmlns:a16="http://schemas.microsoft.com/office/drawing/2014/main" id="{3657573E-1243-63DB-9B36-3CC16D102620}"/>
              </a:ext>
            </a:extLst>
          </p:cNvPr>
          <p:cNvPicPr>
            <a:picLocks noChangeAspect="1"/>
          </p:cNvPicPr>
          <p:nvPr/>
        </p:nvPicPr>
        <p:blipFill>
          <a:blip r:embed="rId2"/>
          <a:stretch>
            <a:fillRect/>
          </a:stretch>
        </p:blipFill>
        <p:spPr>
          <a:xfrm>
            <a:off x="2435922" y="4951861"/>
            <a:ext cx="6887536" cy="1400370"/>
          </a:xfrm>
          <a:prstGeom prst="rect">
            <a:avLst/>
          </a:prstGeom>
        </p:spPr>
      </p:pic>
    </p:spTree>
    <p:extLst>
      <p:ext uri="{BB962C8B-B14F-4D97-AF65-F5344CB8AC3E}">
        <p14:creationId xmlns:p14="http://schemas.microsoft.com/office/powerpoint/2010/main" val="3743342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D2CA2-3442-7E28-F929-035DE6606486}"/>
              </a:ext>
            </a:extLst>
          </p:cNvPr>
          <p:cNvSpPr>
            <a:spLocks noGrp="1"/>
          </p:cNvSpPr>
          <p:nvPr>
            <p:ph type="title"/>
          </p:nvPr>
        </p:nvSpPr>
        <p:spPr/>
        <p:txBody>
          <a:bodyPr/>
          <a:lstStyle/>
          <a:p>
            <a:r>
              <a:rPr lang="es-PA" b="1" dirty="0"/>
              <a:t>¿Cómo Funciona $</a:t>
            </a:r>
            <a:r>
              <a:rPr lang="es-PA" b="1" dirty="0" err="1"/>
              <a:t>fillable</a:t>
            </a:r>
            <a:r>
              <a:rPr lang="es-PA" b="1" dirty="0"/>
              <a:t>?</a:t>
            </a:r>
            <a:endParaRPr lang="es-PA" dirty="0"/>
          </a:p>
        </p:txBody>
      </p:sp>
      <p:sp>
        <p:nvSpPr>
          <p:cNvPr id="3" name="Marcador de contenido 2">
            <a:extLst>
              <a:ext uri="{FF2B5EF4-FFF2-40B4-BE49-F238E27FC236}">
                <a16:creationId xmlns:a16="http://schemas.microsoft.com/office/drawing/2014/main" id="{12FB3287-066E-36AC-DE16-26537930775C}"/>
              </a:ext>
            </a:extLst>
          </p:cNvPr>
          <p:cNvSpPr>
            <a:spLocks noGrp="1"/>
          </p:cNvSpPr>
          <p:nvPr>
            <p:ph idx="1"/>
          </p:nvPr>
        </p:nvSpPr>
        <p:spPr/>
        <p:txBody>
          <a:bodyPr/>
          <a:lstStyle/>
          <a:p>
            <a:r>
              <a:rPr lang="es-ES" dirty="0"/>
              <a:t>"De todos los datos que me pases en el </a:t>
            </a:r>
            <a:r>
              <a:rPr lang="es-ES" i="1" dirty="0"/>
              <a:t>array</a:t>
            </a:r>
            <a:r>
              <a:rPr lang="es-ES" dirty="0"/>
              <a:t> de creación, </a:t>
            </a:r>
            <a:r>
              <a:rPr lang="es-ES" b="1" dirty="0"/>
              <a:t>solo</a:t>
            </a:r>
            <a:r>
              <a:rPr lang="es-ES" dirty="0"/>
              <a:t> me interesa usar los valores para las columnas </a:t>
            </a:r>
            <a:r>
              <a:rPr lang="es-ES" b="1" dirty="0" err="1"/>
              <a:t>descripcion</a:t>
            </a:r>
            <a:r>
              <a:rPr lang="es-ES" dirty="0"/>
              <a:t>, </a:t>
            </a:r>
            <a:r>
              <a:rPr lang="es-ES" b="1" dirty="0"/>
              <a:t>precio</a:t>
            </a:r>
            <a:r>
              <a:rPr lang="es-ES" dirty="0"/>
              <a:t>, y </a:t>
            </a:r>
            <a:r>
              <a:rPr lang="es-ES" b="1" dirty="0"/>
              <a:t>stock</a:t>
            </a:r>
            <a:r>
              <a:rPr lang="es-ES" dirty="0"/>
              <a:t>. Ignora cualquier otro campo que venga en el array.“</a:t>
            </a:r>
          </a:p>
          <a:p>
            <a:r>
              <a:rPr lang="es-PA" dirty="0"/>
              <a:t>Esto evita que datos sensibles o no deseados, como id o activo, sean modificados accidentalmente o maliciosamente a través de una entrada masiva de datos.</a:t>
            </a:r>
          </a:p>
        </p:txBody>
      </p:sp>
    </p:spTree>
    <p:extLst>
      <p:ext uri="{BB962C8B-B14F-4D97-AF65-F5344CB8AC3E}">
        <p14:creationId xmlns:p14="http://schemas.microsoft.com/office/powerpoint/2010/main" val="61635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E0F273-2CE7-7A72-04B5-63B5848126C8}"/>
              </a:ext>
            </a:extLst>
          </p:cNvPr>
          <p:cNvSpPr>
            <a:spLocks noGrp="1"/>
          </p:cNvSpPr>
          <p:nvPr>
            <p:ph type="title"/>
          </p:nvPr>
        </p:nvSpPr>
        <p:spPr/>
        <p:txBody>
          <a:bodyPr>
            <a:normAutofit/>
          </a:bodyPr>
          <a:lstStyle/>
          <a:p>
            <a:r>
              <a:rPr lang="es-ES" b="1" dirty="0"/>
              <a:t>¡Rellenable y protegido en Laravel! ¿Cuál es la diferencia?</a:t>
            </a:r>
            <a:endParaRPr lang="es-PA" dirty="0"/>
          </a:p>
        </p:txBody>
      </p:sp>
      <p:sp>
        <p:nvSpPr>
          <p:cNvPr id="3" name="Marcador de contenido 2">
            <a:extLst>
              <a:ext uri="{FF2B5EF4-FFF2-40B4-BE49-F238E27FC236}">
                <a16:creationId xmlns:a16="http://schemas.microsoft.com/office/drawing/2014/main" id="{277657B5-ED90-F2E1-C795-308F5F2EC763}"/>
              </a:ext>
            </a:extLst>
          </p:cNvPr>
          <p:cNvSpPr>
            <a:spLocks noGrp="1"/>
          </p:cNvSpPr>
          <p:nvPr>
            <p:ph idx="1"/>
          </p:nvPr>
        </p:nvSpPr>
        <p:spPr>
          <a:xfrm>
            <a:off x="769374" y="2209083"/>
            <a:ext cx="10515600" cy="2707046"/>
          </a:xfrm>
        </p:spPr>
        <p:txBody>
          <a:bodyPr/>
          <a:lstStyle/>
          <a:p>
            <a:r>
              <a:rPr lang="es-ES" dirty="0"/>
              <a:t>En Laravel, tanto "" $</a:t>
            </a:r>
            <a:r>
              <a:rPr lang="es-ES" dirty="0" err="1"/>
              <a:t>fillable</a:t>
            </a:r>
            <a:r>
              <a:rPr lang="es-ES" dirty="0"/>
              <a:t> como $guarded"" son atributos que se utilizan en los modelos de </a:t>
            </a:r>
            <a:r>
              <a:rPr lang="es-ES" dirty="0" err="1"/>
              <a:t>Eloquent</a:t>
            </a:r>
            <a:r>
              <a:rPr lang="es-ES" dirty="0"/>
              <a:t> para controlar la </a:t>
            </a:r>
            <a:r>
              <a:rPr lang="es-ES" b="1" dirty="0"/>
              <a:t>asignación masiva</a:t>
            </a:r>
            <a:r>
              <a:rPr lang="es-ES" dirty="0"/>
              <a:t> de </a:t>
            </a:r>
            <a:r>
              <a:rPr lang="es-ES" b="1" dirty="0"/>
              <a:t>atributos</a:t>
            </a:r>
            <a:r>
              <a:rPr lang="es-ES" dirty="0"/>
              <a:t> .</a:t>
            </a:r>
            <a:br>
              <a:rPr lang="es-ES" dirty="0"/>
            </a:br>
            <a:r>
              <a:rPr lang="es-ES" b="1" dirty="0"/>
              <a:t>La asignación masiva</a:t>
            </a:r>
            <a:r>
              <a:rPr lang="es-ES" dirty="0"/>
              <a:t> en Laravel se refiere a la capacidad de establecer múltiples atributos de un modelo a la vez usando un array de datos.</a:t>
            </a:r>
            <a:endParaRPr lang="es-PA" dirty="0"/>
          </a:p>
        </p:txBody>
      </p:sp>
    </p:spTree>
    <p:extLst>
      <p:ext uri="{BB962C8B-B14F-4D97-AF65-F5344CB8AC3E}">
        <p14:creationId xmlns:p14="http://schemas.microsoft.com/office/powerpoint/2010/main" val="4247200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608C72-A85F-18EF-47BC-9A67EDAB3E3D}"/>
              </a:ext>
            </a:extLst>
          </p:cNvPr>
          <p:cNvSpPr>
            <a:spLocks noGrp="1"/>
          </p:cNvSpPr>
          <p:nvPr>
            <p:ph type="title"/>
          </p:nvPr>
        </p:nvSpPr>
        <p:spPr/>
        <p:txBody>
          <a:bodyPr/>
          <a:lstStyle/>
          <a:p>
            <a:r>
              <a:rPr lang="es-PA" b="1" dirty="0"/>
              <a:t>Rellenable</a:t>
            </a:r>
            <a:endParaRPr lang="es-PA" dirty="0"/>
          </a:p>
        </p:txBody>
      </p:sp>
      <p:sp>
        <p:nvSpPr>
          <p:cNvPr id="3" name="Marcador de contenido 2">
            <a:extLst>
              <a:ext uri="{FF2B5EF4-FFF2-40B4-BE49-F238E27FC236}">
                <a16:creationId xmlns:a16="http://schemas.microsoft.com/office/drawing/2014/main" id="{F53833D1-A041-87A8-6645-293A993DA27F}"/>
              </a:ext>
            </a:extLst>
          </p:cNvPr>
          <p:cNvSpPr>
            <a:spLocks noGrp="1"/>
          </p:cNvSpPr>
          <p:nvPr>
            <p:ph idx="1"/>
          </p:nvPr>
        </p:nvSpPr>
        <p:spPr>
          <a:xfrm>
            <a:off x="641555" y="3506941"/>
            <a:ext cx="10515600" cy="2362917"/>
          </a:xfrm>
        </p:spPr>
        <p:txBody>
          <a:bodyPr>
            <a:normAutofit fontScale="92500" lnSpcReduction="20000"/>
          </a:bodyPr>
          <a:lstStyle/>
          <a:p>
            <a:r>
              <a:rPr lang="es-ES" dirty="0"/>
              <a:t>$</a:t>
            </a:r>
            <a:r>
              <a:rPr lang="es-ES" b="1" dirty="0" err="1"/>
              <a:t>fillable</a:t>
            </a:r>
            <a:r>
              <a:rPr lang="es-ES" dirty="0"/>
              <a:t>. Es una matriz que especifica qué atributos se pueden asignar en masa. Estos son los atributos que se pueden configurar mediante los métodos </a:t>
            </a:r>
            <a:r>
              <a:rPr lang="es-ES" b="1" dirty="0"/>
              <a:t>de creación</a:t>
            </a:r>
            <a:r>
              <a:rPr lang="es-ES" dirty="0"/>
              <a:t> o </a:t>
            </a:r>
            <a:r>
              <a:rPr lang="es-ES" b="1" dirty="0"/>
              <a:t>actualización.</a:t>
            </a:r>
          </a:p>
          <a:p>
            <a:r>
              <a:rPr lang="es-ES" dirty="0"/>
              <a:t>Los atributos no incluidos en la matriz rellenable se ignorarán durante la asignación en masa.</a:t>
            </a:r>
          </a:p>
          <a:p>
            <a:r>
              <a:rPr lang="es-ES" dirty="0"/>
              <a:t>En este ejemplo, los atributos $</a:t>
            </a:r>
            <a:r>
              <a:rPr lang="es-ES" dirty="0" err="1"/>
              <a:t>name</a:t>
            </a:r>
            <a:r>
              <a:rPr lang="es-ES" dirty="0"/>
              <a:t>, $email, $</a:t>
            </a:r>
            <a:r>
              <a:rPr lang="es-ES" dirty="0" err="1"/>
              <a:t>password</a:t>
            </a:r>
            <a:r>
              <a:rPr lang="es-ES" dirty="0"/>
              <a:t> se asignarán en masa.</a:t>
            </a:r>
            <a:endParaRPr lang="es-PA" dirty="0"/>
          </a:p>
        </p:txBody>
      </p:sp>
      <p:pic>
        <p:nvPicPr>
          <p:cNvPr id="5" name="Imagen 4">
            <a:extLst>
              <a:ext uri="{FF2B5EF4-FFF2-40B4-BE49-F238E27FC236}">
                <a16:creationId xmlns:a16="http://schemas.microsoft.com/office/drawing/2014/main" id="{4E89BE5E-2FCF-D89C-DA02-6C017E757F53}"/>
              </a:ext>
            </a:extLst>
          </p:cNvPr>
          <p:cNvPicPr>
            <a:picLocks noChangeAspect="1"/>
          </p:cNvPicPr>
          <p:nvPr/>
        </p:nvPicPr>
        <p:blipFill>
          <a:blip r:embed="rId2"/>
          <a:stretch>
            <a:fillRect/>
          </a:stretch>
        </p:blipFill>
        <p:spPr>
          <a:xfrm>
            <a:off x="8390995" y="390344"/>
            <a:ext cx="3801005" cy="2600688"/>
          </a:xfrm>
          <a:prstGeom prst="rect">
            <a:avLst/>
          </a:prstGeom>
        </p:spPr>
      </p:pic>
    </p:spTree>
    <p:extLst>
      <p:ext uri="{BB962C8B-B14F-4D97-AF65-F5344CB8AC3E}">
        <p14:creationId xmlns:p14="http://schemas.microsoft.com/office/powerpoint/2010/main" val="1617369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13EBCF-F3BE-EB26-5A52-355FF0112F84}"/>
              </a:ext>
            </a:extLst>
          </p:cNvPr>
          <p:cNvSpPr>
            <a:spLocks noGrp="1"/>
          </p:cNvSpPr>
          <p:nvPr>
            <p:ph type="title"/>
          </p:nvPr>
        </p:nvSpPr>
        <p:spPr>
          <a:xfrm>
            <a:off x="471949" y="105031"/>
            <a:ext cx="11621728" cy="1585657"/>
          </a:xfrm>
        </p:spPr>
        <p:txBody>
          <a:bodyPr/>
          <a:lstStyle/>
          <a:p>
            <a:pPr algn="ctr"/>
            <a:r>
              <a:rPr lang="es-PA" dirty="0"/>
              <a:t>$</a:t>
            </a:r>
            <a:r>
              <a:rPr lang="es-ES" dirty="0"/>
              <a:t> </a:t>
            </a:r>
            <a:r>
              <a:rPr lang="es-ES" dirty="0" err="1"/>
              <a:t>fillable</a:t>
            </a:r>
            <a:endParaRPr lang="es-PA" dirty="0"/>
          </a:p>
        </p:txBody>
      </p:sp>
      <p:sp>
        <p:nvSpPr>
          <p:cNvPr id="3" name="Marcador de contenido 2">
            <a:extLst>
              <a:ext uri="{FF2B5EF4-FFF2-40B4-BE49-F238E27FC236}">
                <a16:creationId xmlns:a16="http://schemas.microsoft.com/office/drawing/2014/main" id="{1025BB25-C6E6-FA56-B659-0E11489636D1}"/>
              </a:ext>
            </a:extLst>
          </p:cNvPr>
          <p:cNvSpPr>
            <a:spLocks noGrp="1"/>
          </p:cNvSpPr>
          <p:nvPr>
            <p:ph idx="1"/>
          </p:nvPr>
        </p:nvSpPr>
        <p:spPr>
          <a:xfrm>
            <a:off x="838200" y="2159921"/>
            <a:ext cx="10515600" cy="1753317"/>
          </a:xfrm>
        </p:spPr>
        <p:txBody>
          <a:bodyPr/>
          <a:lstStyle/>
          <a:p>
            <a:r>
              <a:rPr lang="es-ES" dirty="0"/>
              <a:t>Si desea permitir la asignación masiva de todos los atributos de su modelo, puede usar el carácter comodín * en la declaración $</a:t>
            </a:r>
            <a:r>
              <a:rPr lang="es-ES" dirty="0" err="1"/>
              <a:t>fillable</a:t>
            </a:r>
            <a:r>
              <a:rPr lang="es-ES" dirty="0"/>
              <a:t>. Sin embargo, es fundamental comprender las implicaciones de seguridad de este enfoque.</a:t>
            </a:r>
            <a:endParaRPr lang="es-PA" dirty="0"/>
          </a:p>
        </p:txBody>
      </p:sp>
      <p:pic>
        <p:nvPicPr>
          <p:cNvPr id="5" name="Imagen 4">
            <a:extLst>
              <a:ext uri="{FF2B5EF4-FFF2-40B4-BE49-F238E27FC236}">
                <a16:creationId xmlns:a16="http://schemas.microsoft.com/office/drawing/2014/main" id="{D9C1491D-F55B-30C1-4F5C-939FD28AAE5B}"/>
              </a:ext>
            </a:extLst>
          </p:cNvPr>
          <p:cNvPicPr>
            <a:picLocks noChangeAspect="1"/>
          </p:cNvPicPr>
          <p:nvPr/>
        </p:nvPicPr>
        <p:blipFill>
          <a:blip r:embed="rId2"/>
          <a:stretch>
            <a:fillRect/>
          </a:stretch>
        </p:blipFill>
        <p:spPr>
          <a:xfrm>
            <a:off x="8009941" y="4553804"/>
            <a:ext cx="4182059" cy="1590897"/>
          </a:xfrm>
          <a:prstGeom prst="rect">
            <a:avLst/>
          </a:prstGeom>
        </p:spPr>
      </p:pic>
    </p:spTree>
    <p:extLst>
      <p:ext uri="{BB962C8B-B14F-4D97-AF65-F5344CB8AC3E}">
        <p14:creationId xmlns:p14="http://schemas.microsoft.com/office/powerpoint/2010/main" val="33444445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18F335-081F-8A0E-F1F8-08178BA78CE4}"/>
              </a:ext>
            </a:extLst>
          </p:cNvPr>
          <p:cNvSpPr>
            <a:spLocks noGrp="1"/>
          </p:cNvSpPr>
          <p:nvPr>
            <p:ph type="title"/>
          </p:nvPr>
        </p:nvSpPr>
        <p:spPr/>
        <p:txBody>
          <a:bodyPr/>
          <a:lstStyle/>
          <a:p>
            <a:pPr algn="ctr"/>
            <a:r>
              <a:rPr lang="es-PA" b="1" dirty="0"/>
              <a:t>Vigilado</a:t>
            </a:r>
            <a:endParaRPr lang="es-PA" dirty="0"/>
          </a:p>
        </p:txBody>
      </p:sp>
      <p:sp>
        <p:nvSpPr>
          <p:cNvPr id="3" name="Marcador de contenido 2">
            <a:extLst>
              <a:ext uri="{FF2B5EF4-FFF2-40B4-BE49-F238E27FC236}">
                <a16:creationId xmlns:a16="http://schemas.microsoft.com/office/drawing/2014/main" id="{360FDBD6-6BF7-7BB9-A277-D0BDDF4C65A7}"/>
              </a:ext>
            </a:extLst>
          </p:cNvPr>
          <p:cNvSpPr>
            <a:spLocks noGrp="1"/>
          </p:cNvSpPr>
          <p:nvPr>
            <p:ph idx="1"/>
          </p:nvPr>
        </p:nvSpPr>
        <p:spPr>
          <a:xfrm>
            <a:off x="838200" y="1825625"/>
            <a:ext cx="10515600" cy="1908175"/>
          </a:xfrm>
        </p:spPr>
        <p:txBody>
          <a:bodyPr>
            <a:normAutofit/>
          </a:bodyPr>
          <a:lstStyle/>
          <a:p>
            <a:pPr algn="just"/>
            <a:r>
              <a:rPr lang="es-ES" dirty="0"/>
              <a:t>$guarded También es una matriz, pero funciona a la inversa. Especifica qué atributos no pueden asignarse masivamente. Cualquier atributo no incluido en la matriz protegida se considerará seguro para la asignación masiva.</a:t>
            </a:r>
            <a:endParaRPr lang="es-PA" dirty="0"/>
          </a:p>
        </p:txBody>
      </p:sp>
      <p:pic>
        <p:nvPicPr>
          <p:cNvPr id="5" name="Imagen 4">
            <a:extLst>
              <a:ext uri="{FF2B5EF4-FFF2-40B4-BE49-F238E27FC236}">
                <a16:creationId xmlns:a16="http://schemas.microsoft.com/office/drawing/2014/main" id="{45014667-56E6-5A61-508E-1F866C094C54}"/>
              </a:ext>
            </a:extLst>
          </p:cNvPr>
          <p:cNvPicPr>
            <a:picLocks noChangeAspect="1"/>
          </p:cNvPicPr>
          <p:nvPr/>
        </p:nvPicPr>
        <p:blipFill>
          <a:blip r:embed="rId2"/>
          <a:stretch>
            <a:fillRect/>
          </a:stretch>
        </p:blipFill>
        <p:spPr>
          <a:xfrm>
            <a:off x="3599251" y="3733800"/>
            <a:ext cx="8592749" cy="2886478"/>
          </a:xfrm>
          <a:prstGeom prst="rect">
            <a:avLst/>
          </a:prstGeom>
        </p:spPr>
      </p:pic>
    </p:spTree>
    <p:extLst>
      <p:ext uri="{BB962C8B-B14F-4D97-AF65-F5344CB8AC3E}">
        <p14:creationId xmlns:p14="http://schemas.microsoft.com/office/powerpoint/2010/main" val="3942790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3F749B-0F71-4F8C-2374-ED97BDB859BC}"/>
              </a:ext>
            </a:extLst>
          </p:cNvPr>
          <p:cNvSpPr>
            <a:spLocks noGrp="1"/>
          </p:cNvSpPr>
          <p:nvPr>
            <p:ph type="title"/>
          </p:nvPr>
        </p:nvSpPr>
        <p:spPr/>
        <p:txBody>
          <a:bodyPr/>
          <a:lstStyle/>
          <a:p>
            <a:pPr algn="ctr"/>
            <a:r>
              <a:rPr lang="es-PA" b="1" dirty="0"/>
              <a:t>Vigilado</a:t>
            </a:r>
            <a:endParaRPr lang="es-PA" dirty="0"/>
          </a:p>
        </p:txBody>
      </p:sp>
      <p:sp>
        <p:nvSpPr>
          <p:cNvPr id="3" name="Marcador de contenido 2">
            <a:extLst>
              <a:ext uri="{FF2B5EF4-FFF2-40B4-BE49-F238E27FC236}">
                <a16:creationId xmlns:a16="http://schemas.microsoft.com/office/drawing/2014/main" id="{E5D1E4B7-D8A7-2EF2-C3E2-969263AC6F69}"/>
              </a:ext>
            </a:extLst>
          </p:cNvPr>
          <p:cNvSpPr>
            <a:spLocks noGrp="1"/>
          </p:cNvSpPr>
          <p:nvPr>
            <p:ph idx="1"/>
          </p:nvPr>
        </p:nvSpPr>
        <p:spPr/>
        <p:txBody>
          <a:bodyPr/>
          <a:lstStyle/>
          <a:p>
            <a:r>
              <a:rPr lang="es-PA" dirty="0"/>
              <a:t>En este ejemplo, atributos</a:t>
            </a:r>
          </a:p>
          <a:p>
            <a:r>
              <a:rPr lang="es-ES" dirty="0"/>
              <a:t>No se asignará masa.</a:t>
            </a:r>
          </a:p>
          <a:p>
            <a:r>
              <a:rPr lang="es-ES" dirty="0"/>
              <a:t>Si no desea que todos los atributos de su modelo se asignen en masa, puede utilizar el comodín * en la declaración $guarded.</a:t>
            </a:r>
          </a:p>
          <a:p>
            <a:pPr marL="0" indent="0">
              <a:buNone/>
            </a:pPr>
            <a:br>
              <a:rPr lang="es-PA" dirty="0"/>
            </a:br>
            <a:endParaRPr lang="es-PA" dirty="0"/>
          </a:p>
        </p:txBody>
      </p:sp>
      <p:pic>
        <p:nvPicPr>
          <p:cNvPr id="5" name="Imagen 4">
            <a:extLst>
              <a:ext uri="{FF2B5EF4-FFF2-40B4-BE49-F238E27FC236}">
                <a16:creationId xmlns:a16="http://schemas.microsoft.com/office/drawing/2014/main" id="{D06897B2-6018-85F7-407D-15E5867C2795}"/>
              </a:ext>
            </a:extLst>
          </p:cNvPr>
          <p:cNvPicPr>
            <a:picLocks noChangeAspect="1"/>
          </p:cNvPicPr>
          <p:nvPr/>
        </p:nvPicPr>
        <p:blipFill>
          <a:blip r:embed="rId2"/>
          <a:stretch>
            <a:fillRect/>
          </a:stretch>
        </p:blipFill>
        <p:spPr>
          <a:xfrm>
            <a:off x="3618304" y="3798350"/>
            <a:ext cx="8573696" cy="1105054"/>
          </a:xfrm>
          <a:prstGeom prst="rect">
            <a:avLst/>
          </a:prstGeom>
        </p:spPr>
      </p:pic>
      <p:pic>
        <p:nvPicPr>
          <p:cNvPr id="7" name="Imagen 6">
            <a:extLst>
              <a:ext uri="{FF2B5EF4-FFF2-40B4-BE49-F238E27FC236}">
                <a16:creationId xmlns:a16="http://schemas.microsoft.com/office/drawing/2014/main" id="{9E12FBCE-B6E4-600C-8468-2546BE7F9BEA}"/>
              </a:ext>
            </a:extLst>
          </p:cNvPr>
          <p:cNvPicPr>
            <a:picLocks noChangeAspect="1"/>
          </p:cNvPicPr>
          <p:nvPr/>
        </p:nvPicPr>
        <p:blipFill>
          <a:blip r:embed="rId3"/>
          <a:stretch>
            <a:fillRect/>
          </a:stretch>
        </p:blipFill>
        <p:spPr>
          <a:xfrm>
            <a:off x="3208671" y="4903404"/>
            <a:ext cx="8983329" cy="1810003"/>
          </a:xfrm>
          <a:prstGeom prst="rect">
            <a:avLst/>
          </a:prstGeom>
        </p:spPr>
      </p:pic>
    </p:spTree>
    <p:extLst>
      <p:ext uri="{BB962C8B-B14F-4D97-AF65-F5344CB8AC3E}">
        <p14:creationId xmlns:p14="http://schemas.microsoft.com/office/powerpoint/2010/main" val="1678681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B39217-092B-C755-47B0-9DE175AA6716}"/>
              </a:ext>
            </a:extLst>
          </p:cNvPr>
          <p:cNvSpPr>
            <a:spLocks noGrp="1"/>
          </p:cNvSpPr>
          <p:nvPr>
            <p:ph type="title"/>
          </p:nvPr>
        </p:nvSpPr>
        <p:spPr/>
        <p:txBody>
          <a:bodyPr>
            <a:normAutofit/>
          </a:bodyPr>
          <a:lstStyle/>
          <a:p>
            <a:r>
              <a:rPr lang="es-PA" b="1" dirty="0"/>
              <a:t>La principal diferencia</a:t>
            </a:r>
            <a:endParaRPr lang="es-PA" dirty="0"/>
          </a:p>
        </p:txBody>
      </p:sp>
      <p:sp>
        <p:nvSpPr>
          <p:cNvPr id="3" name="Marcador de contenido 2">
            <a:extLst>
              <a:ext uri="{FF2B5EF4-FFF2-40B4-BE49-F238E27FC236}">
                <a16:creationId xmlns:a16="http://schemas.microsoft.com/office/drawing/2014/main" id="{EFCA2299-16FE-64EB-5DA5-A3DD85E19679}"/>
              </a:ext>
            </a:extLst>
          </p:cNvPr>
          <p:cNvSpPr>
            <a:spLocks noGrp="1"/>
          </p:cNvSpPr>
          <p:nvPr>
            <p:ph idx="1"/>
          </p:nvPr>
        </p:nvSpPr>
        <p:spPr>
          <a:xfrm>
            <a:off x="838200" y="1825625"/>
            <a:ext cx="10515600" cy="2598891"/>
          </a:xfrm>
        </p:spPr>
        <p:txBody>
          <a:bodyPr/>
          <a:lstStyle/>
          <a:p>
            <a:r>
              <a:rPr lang="es-ES" b="1" dirty="0"/>
              <a:t>La principal diferencia</a:t>
            </a:r>
            <a:r>
              <a:rPr lang="es-ES" dirty="0"/>
              <a:t> entre $</a:t>
            </a:r>
            <a:r>
              <a:rPr lang="es-ES" b="1" dirty="0" err="1"/>
              <a:t>fillable</a:t>
            </a:r>
            <a:r>
              <a:rPr lang="es-ES" dirty="0"/>
              <a:t> y $</a:t>
            </a:r>
            <a:r>
              <a:rPr lang="es-ES" b="1" dirty="0" err="1"/>
              <a:t>guardedes</a:t>
            </a:r>
            <a:r>
              <a:rPr lang="es-ES" dirty="0"/>
              <a:t> el enfoque que adoptan para definir los atributos que se pueden asignar en masa. $</a:t>
            </a:r>
            <a:r>
              <a:rPr lang="es-ES" dirty="0" err="1"/>
              <a:t>fillableestablece</a:t>
            </a:r>
            <a:r>
              <a:rPr lang="es-ES" dirty="0"/>
              <a:t> explícitamente los atributos permitidos, mientras que $</a:t>
            </a:r>
            <a:r>
              <a:rPr lang="es-ES" dirty="0" err="1"/>
              <a:t>guardedestablece</a:t>
            </a:r>
            <a:r>
              <a:rPr lang="es-ES" dirty="0"/>
              <a:t> explícitamente los atributos no permitidos.</a:t>
            </a:r>
            <a:endParaRPr lang="es-PA" dirty="0"/>
          </a:p>
        </p:txBody>
      </p:sp>
    </p:spTree>
    <p:extLst>
      <p:ext uri="{BB962C8B-B14F-4D97-AF65-F5344CB8AC3E}">
        <p14:creationId xmlns:p14="http://schemas.microsoft.com/office/powerpoint/2010/main" val="3591585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845871-80E2-3585-2C48-BFFC903F3F88}"/>
              </a:ext>
            </a:extLst>
          </p:cNvPr>
          <p:cNvSpPr>
            <a:spLocks noGrp="1"/>
          </p:cNvSpPr>
          <p:nvPr>
            <p:ph type="title"/>
          </p:nvPr>
        </p:nvSpPr>
        <p:spPr/>
        <p:txBody>
          <a:bodyPr>
            <a:normAutofit/>
          </a:bodyPr>
          <a:lstStyle/>
          <a:p>
            <a:r>
              <a:rPr lang="es-ES" b="1" dirty="0"/>
              <a:t>Por qué es importante utilizar $</a:t>
            </a:r>
            <a:r>
              <a:rPr lang="es-ES" b="1" dirty="0" err="1"/>
              <a:t>fillable</a:t>
            </a:r>
            <a:r>
              <a:rPr lang="es-ES" b="1" dirty="0"/>
              <a:t> o $guarded</a:t>
            </a:r>
            <a:endParaRPr lang="es-PA" dirty="0"/>
          </a:p>
        </p:txBody>
      </p:sp>
      <p:sp>
        <p:nvSpPr>
          <p:cNvPr id="3" name="Marcador de contenido 2">
            <a:extLst>
              <a:ext uri="{FF2B5EF4-FFF2-40B4-BE49-F238E27FC236}">
                <a16:creationId xmlns:a16="http://schemas.microsoft.com/office/drawing/2014/main" id="{667125C7-565C-BB49-3384-997F4AC8F6D8}"/>
              </a:ext>
            </a:extLst>
          </p:cNvPr>
          <p:cNvSpPr>
            <a:spLocks noGrp="1"/>
          </p:cNvSpPr>
          <p:nvPr>
            <p:ph idx="1"/>
          </p:nvPr>
        </p:nvSpPr>
        <p:spPr>
          <a:xfrm>
            <a:off x="838200" y="2720361"/>
            <a:ext cx="10515600" cy="2303923"/>
          </a:xfrm>
        </p:spPr>
        <p:txBody>
          <a:bodyPr/>
          <a:lstStyle/>
          <a:p>
            <a:r>
              <a:rPr lang="es-ES" dirty="0"/>
              <a:t>Es importante usar " $</a:t>
            </a:r>
            <a:r>
              <a:rPr lang="es-ES" dirty="0" err="1"/>
              <a:t>fillable</a:t>
            </a:r>
            <a:r>
              <a:rPr lang="es-ES" dirty="0"/>
              <a:t> </a:t>
            </a:r>
            <a:r>
              <a:rPr lang="es-ES" b="1" dirty="0"/>
              <a:t>o</a:t>
            </a:r>
            <a:r>
              <a:rPr lang="es-ES" dirty="0"/>
              <a:t>" $</a:t>
            </a:r>
            <a:r>
              <a:rPr lang="es-ES" dirty="0" err="1"/>
              <a:t>guardedpara</a:t>
            </a:r>
            <a:r>
              <a:rPr lang="es-ES" dirty="0"/>
              <a:t> protegerse contra vulnerabilidades de asignación masiva, que pueden generar riesgos de seguridad. Al especificar los atributos que se pueden asignar masivamente, se tiene mayor control sobre los datos que se asignan a los modelos.</a:t>
            </a:r>
            <a:endParaRPr lang="es-PA" dirty="0"/>
          </a:p>
        </p:txBody>
      </p:sp>
    </p:spTree>
    <p:extLst>
      <p:ext uri="{BB962C8B-B14F-4D97-AF65-F5344CB8AC3E}">
        <p14:creationId xmlns:p14="http://schemas.microsoft.com/office/powerpoint/2010/main" val="16548925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1718</TotalTime>
  <Words>1811</Words>
  <Application>Microsoft Office PowerPoint</Application>
  <PresentationFormat>Panorámica</PresentationFormat>
  <Paragraphs>155</Paragraphs>
  <Slides>37</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37</vt:i4>
      </vt:variant>
    </vt:vector>
  </HeadingPairs>
  <TitlesOfParts>
    <vt:vector size="44" baseType="lpstr">
      <vt:lpstr>Aptos</vt:lpstr>
      <vt:lpstr>Aptos Display</vt:lpstr>
      <vt:lpstr>Arial</vt:lpstr>
      <vt:lpstr>Arial Unicode MS</vt:lpstr>
      <vt:lpstr>Calibri</vt:lpstr>
      <vt:lpstr>Times New Roman</vt:lpstr>
      <vt:lpstr>Tema de Office</vt:lpstr>
      <vt:lpstr>Acercamiento a un  Crud rápido  en Laravel Guía del Laboratorio #2  de CRUD con Laravel</vt:lpstr>
      <vt:lpstr>Levantar el Sistema</vt:lpstr>
      <vt:lpstr>C:\wamp64\www\laravel new crud_rapido</vt:lpstr>
      <vt:lpstr>Termina de Cargar Laravel</vt:lpstr>
      <vt:lpstr>Variables de Entorno</vt:lpstr>
      <vt:lpstr>Errores típicos (Con la longitud de Cadena)</vt:lpstr>
      <vt:lpstr>Utilizar Shema use Illuminate\Support\Facades\Schema; Shema::defaultStringLenght(191);</vt:lpstr>
      <vt:lpstr>CRUD con Laravel</vt:lpstr>
      <vt:lpstr>Migraciones</vt:lpstr>
      <vt:lpstr>Presentación de PowerPoint</vt:lpstr>
      <vt:lpstr>php artisan config:clear</vt:lpstr>
      <vt:lpstr>php artisan make:model Product -m</vt:lpstr>
      <vt:lpstr>Resultado de php artisan make:model Product -m</vt:lpstr>
      <vt:lpstr>Adaptaciones de los datos que tendrá la tabla</vt:lpstr>
      <vt:lpstr>Flujo para Generar un CRUD con Laravel</vt:lpstr>
      <vt:lpstr>Es el nombre del paquete que hace la magia de generar el código CRUD.</vt:lpstr>
      <vt:lpstr>Composer require Ibex/crud-generator - - dev Es una herramienta que permite generar automáticamente:</vt:lpstr>
      <vt:lpstr>2. Publicación de Archivos del Proveedor php artisan vendor:publish -- tag crud</vt:lpstr>
      <vt:lpstr>php artisan vendor:publish --tag=crud </vt:lpstr>
      <vt:lpstr>3. Ejecución del Generador php artisan make:crud products</vt:lpstr>
      <vt:lpstr>use App\Http\Controllers\ProductController; Route::resource('products', ProductController::class);</vt:lpstr>
      <vt:lpstr>Presentación de PowerPoint</vt:lpstr>
      <vt:lpstr>composer require laravel/ui</vt:lpstr>
      <vt:lpstr>Si hay errores con el CSS (FrontEnd)</vt:lpstr>
      <vt:lpstr>Presentación de PowerPoint</vt:lpstr>
      <vt:lpstr>Unable to locate file vite manifest resources/sass/app.scss</vt:lpstr>
      <vt:lpstr>Fin</vt:lpstr>
      <vt:lpstr>Leer un poco más para adentrarnos en el mundo de Laravel.</vt:lpstr>
      <vt:lpstr>Conociendo un poco más…</vt:lpstr>
      <vt:lpstr>¿Cómo Funciona $fillable?</vt:lpstr>
      <vt:lpstr>¡Rellenable y protegido en Laravel! ¿Cuál es la diferencia?</vt:lpstr>
      <vt:lpstr>Rellenable</vt:lpstr>
      <vt:lpstr>$ fillable</vt:lpstr>
      <vt:lpstr>Vigilado</vt:lpstr>
      <vt:lpstr>Vigilado</vt:lpstr>
      <vt:lpstr>La principal diferencia</vt:lpstr>
      <vt:lpstr>Por qué es importante utilizar $fillable o $guarded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Irina Fong</dc:creator>
  <cp:lastModifiedBy>Irina Fong</cp:lastModifiedBy>
  <cp:revision>62</cp:revision>
  <cp:lastPrinted>2025-08-04T13:28:38Z</cp:lastPrinted>
  <dcterms:created xsi:type="dcterms:W3CDTF">2025-08-04T11:24:17Z</dcterms:created>
  <dcterms:modified xsi:type="dcterms:W3CDTF">2025-09-28T13:35:48Z</dcterms:modified>
</cp:coreProperties>
</file>